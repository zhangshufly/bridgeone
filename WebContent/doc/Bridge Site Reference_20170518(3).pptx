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808342-A7E5-49A1-8256-4B4A241FDCC6}" type="doc">
      <dgm:prSet loTypeId="urn:microsoft.com/office/officeart/2008/layout/AlternatingHexagons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zh-CN" altLang="en-US"/>
        </a:p>
      </dgm:t>
    </dgm:pt>
    <dgm:pt modelId="{CF048F27-C4A6-4CA4-B9B6-0F65531CD050}">
      <dgm:prSet phldrT="[文本]"/>
      <dgm:spPr/>
      <dgm:t>
        <a:bodyPr/>
        <a:lstStyle/>
        <a:p>
          <a:endParaRPr lang="zh-CN" altLang="en-US" dirty="0"/>
        </a:p>
      </dgm:t>
    </dgm:pt>
    <dgm:pt modelId="{3EC40901-D800-4108-BAA7-9274067216F8}" type="parTrans" cxnId="{AC6463A1-0FCB-466B-98F5-36649D117F6E}">
      <dgm:prSet/>
      <dgm:spPr/>
      <dgm:t>
        <a:bodyPr/>
        <a:lstStyle/>
        <a:p>
          <a:endParaRPr lang="zh-CN" altLang="en-US"/>
        </a:p>
      </dgm:t>
    </dgm:pt>
    <dgm:pt modelId="{EC568D4E-ACE2-42E2-8466-EA63642EED65}" type="sibTrans" cxnId="{AC6463A1-0FCB-466B-98F5-36649D117F6E}">
      <dgm:prSet/>
      <dgm:spPr/>
      <dgm:t>
        <a:bodyPr/>
        <a:lstStyle/>
        <a:p>
          <a:endParaRPr lang="zh-CN" altLang="en-US"/>
        </a:p>
      </dgm:t>
    </dgm:pt>
    <dgm:pt modelId="{CDD75C2C-C276-4493-B187-03AA3C50A761}">
      <dgm:prSet phldrT="[文本]"/>
      <dgm:spPr/>
      <dgm:t>
        <a:bodyPr/>
        <a:lstStyle/>
        <a:p>
          <a:r>
            <a:rPr lang="zh-CN" altLang="en-US" b="0" i="0" dirty="0" smtClean="0"/>
            <a:t>线上</a:t>
          </a:r>
          <a:r>
            <a:rPr lang="en-US" altLang="zh-CN" b="0" i="0" dirty="0" smtClean="0"/>
            <a:t>/</a:t>
          </a:r>
          <a:r>
            <a:rPr lang="zh-CN" altLang="en-US" b="0" i="0" dirty="0" smtClean="0"/>
            <a:t>线下传播活动策划</a:t>
          </a:r>
          <a:endParaRPr lang="zh-CN" altLang="en-US" dirty="0"/>
        </a:p>
      </dgm:t>
    </dgm:pt>
    <dgm:pt modelId="{D2E7ACA5-777B-4A9F-9C13-0B7A255CFB13}" type="parTrans" cxnId="{F65CE68B-8D37-4ECE-A66C-A02B59310E53}">
      <dgm:prSet/>
      <dgm:spPr/>
      <dgm:t>
        <a:bodyPr/>
        <a:lstStyle/>
        <a:p>
          <a:endParaRPr lang="zh-CN" altLang="en-US"/>
        </a:p>
      </dgm:t>
    </dgm:pt>
    <dgm:pt modelId="{161B1642-9B50-4BBC-B849-A377006B36BB}" type="sibTrans" cxnId="{F65CE68B-8D37-4ECE-A66C-A02B59310E53}">
      <dgm:prSet/>
      <dgm:spPr/>
      <dgm:t>
        <a:bodyPr/>
        <a:lstStyle/>
        <a:p>
          <a:endParaRPr lang="zh-CN" altLang="en-US"/>
        </a:p>
      </dgm:t>
    </dgm:pt>
    <dgm:pt modelId="{7FAAAECB-7CCB-4039-8BD3-462DD41F38B3}">
      <dgm:prSet/>
      <dgm:spPr/>
      <dgm:t>
        <a:bodyPr/>
        <a:lstStyle/>
        <a:p>
          <a:endParaRPr lang="zh-CN" altLang="en-US"/>
        </a:p>
      </dgm:t>
    </dgm:pt>
    <dgm:pt modelId="{7C7CD44B-AC2E-471E-AC67-B28499E835EF}" type="parTrans" cxnId="{D7C9CAA7-6F16-4166-8302-4ABFF1F3E68C}">
      <dgm:prSet/>
      <dgm:spPr/>
      <dgm:t>
        <a:bodyPr/>
        <a:lstStyle/>
        <a:p>
          <a:endParaRPr lang="zh-CN" altLang="en-US"/>
        </a:p>
      </dgm:t>
    </dgm:pt>
    <dgm:pt modelId="{2CD8B515-6D33-4F45-AF9D-A07455E8FE53}" type="sibTrans" cxnId="{D7C9CAA7-6F16-4166-8302-4ABFF1F3E68C}">
      <dgm:prSet/>
      <dgm:spPr/>
      <dgm:t>
        <a:bodyPr/>
        <a:lstStyle/>
        <a:p>
          <a:endParaRPr lang="zh-CN" altLang="en-US" dirty="0"/>
        </a:p>
      </dgm:t>
    </dgm:pt>
    <dgm:pt modelId="{3BEF4C62-B687-4448-AB1F-9D5C4F0F59F4}" type="pres">
      <dgm:prSet presAssocID="{1E808342-A7E5-49A1-8256-4B4A241FDCC6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32CAD19C-5C0A-4B6A-B4E7-48990BD07A2D}" type="pres">
      <dgm:prSet presAssocID="{CF048F27-C4A6-4CA4-B9B6-0F65531CD050}" presName="composite" presStyleCnt="0"/>
      <dgm:spPr/>
    </dgm:pt>
    <dgm:pt modelId="{B1740E08-86BC-4E4E-9A14-FC25CA4DA7C5}" type="pres">
      <dgm:prSet presAssocID="{CF048F27-C4A6-4CA4-B9B6-0F65531CD050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50353B3-B762-46B8-A4F6-51ABC1F749FE}" type="pres">
      <dgm:prSet presAssocID="{CF048F27-C4A6-4CA4-B9B6-0F65531CD050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3196B64-CC88-416B-BEAE-5FBE68462224}" type="pres">
      <dgm:prSet presAssocID="{CF048F27-C4A6-4CA4-B9B6-0F65531CD050}" presName="BalanceSpacing" presStyleCnt="0"/>
      <dgm:spPr/>
    </dgm:pt>
    <dgm:pt modelId="{A5BF51FF-93C9-4E48-9CFB-0AE914DC1757}" type="pres">
      <dgm:prSet presAssocID="{CF048F27-C4A6-4CA4-B9B6-0F65531CD050}" presName="BalanceSpacing1" presStyleCnt="0"/>
      <dgm:spPr/>
    </dgm:pt>
    <dgm:pt modelId="{E5B09B11-408A-4366-8D69-538EE27F639F}" type="pres">
      <dgm:prSet presAssocID="{EC568D4E-ACE2-42E2-8466-EA63642EED65}" presName="Accent1Text" presStyleLbl="node1" presStyleIdx="1" presStyleCnt="6"/>
      <dgm:spPr/>
      <dgm:t>
        <a:bodyPr/>
        <a:lstStyle/>
        <a:p>
          <a:endParaRPr lang="zh-CN" altLang="en-US"/>
        </a:p>
      </dgm:t>
    </dgm:pt>
    <dgm:pt modelId="{E6BE6C04-6E14-413A-9B2F-E92D78391E89}" type="pres">
      <dgm:prSet presAssocID="{EC568D4E-ACE2-42E2-8466-EA63642EED65}" presName="spaceBetweenRectangles" presStyleCnt="0"/>
      <dgm:spPr/>
    </dgm:pt>
    <dgm:pt modelId="{A58E78D0-1C04-40D9-BCBD-BC1C1E7A797E}" type="pres">
      <dgm:prSet presAssocID="{7FAAAECB-7CCB-4039-8BD3-462DD41F38B3}" presName="composite" presStyleCnt="0"/>
      <dgm:spPr/>
    </dgm:pt>
    <dgm:pt modelId="{A9401011-1FDE-43BF-8235-AF40EEA084DA}" type="pres">
      <dgm:prSet presAssocID="{7FAAAECB-7CCB-4039-8BD3-462DD41F38B3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C7B3F37-AB07-4F48-B215-72582D675C40}" type="pres">
      <dgm:prSet presAssocID="{7FAAAECB-7CCB-4039-8BD3-462DD41F38B3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D84B26BA-BB4C-443B-93D8-AA60190FAED9}" type="pres">
      <dgm:prSet presAssocID="{7FAAAECB-7CCB-4039-8BD3-462DD41F38B3}" presName="BalanceSpacing" presStyleCnt="0"/>
      <dgm:spPr/>
    </dgm:pt>
    <dgm:pt modelId="{44EAAE91-6D64-491F-B86D-AFD011F87C1B}" type="pres">
      <dgm:prSet presAssocID="{7FAAAECB-7CCB-4039-8BD3-462DD41F38B3}" presName="BalanceSpacing1" presStyleCnt="0"/>
      <dgm:spPr/>
    </dgm:pt>
    <dgm:pt modelId="{9BCD5599-E5D7-48A9-A6FA-A2721C5A54D0}" type="pres">
      <dgm:prSet presAssocID="{2CD8B515-6D33-4F45-AF9D-A07455E8FE53}" presName="Accent1Text" presStyleLbl="node1" presStyleIdx="3" presStyleCnt="6"/>
      <dgm:spPr/>
      <dgm:t>
        <a:bodyPr/>
        <a:lstStyle/>
        <a:p>
          <a:endParaRPr lang="zh-CN" altLang="en-US"/>
        </a:p>
      </dgm:t>
    </dgm:pt>
    <dgm:pt modelId="{DF542BF0-7A8D-4BD8-A704-DC44DF27A871}" type="pres">
      <dgm:prSet presAssocID="{2CD8B515-6D33-4F45-AF9D-A07455E8FE53}" presName="spaceBetweenRectangles" presStyleCnt="0"/>
      <dgm:spPr/>
    </dgm:pt>
    <dgm:pt modelId="{B229B6CC-E38A-461D-81D2-3D78282977F7}" type="pres">
      <dgm:prSet presAssocID="{CDD75C2C-C276-4493-B187-03AA3C50A761}" presName="composite" presStyleCnt="0"/>
      <dgm:spPr/>
    </dgm:pt>
    <dgm:pt modelId="{249C59BC-AFAF-442C-BFB9-F7893B6D3483}" type="pres">
      <dgm:prSet presAssocID="{CDD75C2C-C276-4493-B187-03AA3C50A761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B44F8B3-5DC0-449C-BA6D-EA886329E58C}" type="pres">
      <dgm:prSet presAssocID="{CDD75C2C-C276-4493-B187-03AA3C50A761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6B8F439E-71E7-40FC-A01A-C9415B3396BC}" type="pres">
      <dgm:prSet presAssocID="{CDD75C2C-C276-4493-B187-03AA3C50A761}" presName="BalanceSpacing" presStyleCnt="0"/>
      <dgm:spPr/>
    </dgm:pt>
    <dgm:pt modelId="{92780390-A9BF-451F-BABF-04B11491DBBF}" type="pres">
      <dgm:prSet presAssocID="{CDD75C2C-C276-4493-B187-03AA3C50A761}" presName="BalanceSpacing1" presStyleCnt="0"/>
      <dgm:spPr/>
    </dgm:pt>
    <dgm:pt modelId="{91450043-A1E8-4585-93B8-A11C93C53871}" type="pres">
      <dgm:prSet presAssocID="{161B1642-9B50-4BBC-B849-A377006B36BB}" presName="Accent1Text" presStyleLbl="node1" presStyleIdx="5" presStyleCnt="6"/>
      <dgm:spPr/>
      <dgm:t>
        <a:bodyPr/>
        <a:lstStyle/>
        <a:p>
          <a:endParaRPr lang="zh-CN" altLang="en-US"/>
        </a:p>
      </dgm:t>
    </dgm:pt>
  </dgm:ptLst>
  <dgm:cxnLst>
    <dgm:cxn modelId="{653AA203-BFA2-4E19-9DD9-0B1094324FC1}" type="presOf" srcId="{161B1642-9B50-4BBC-B849-A377006B36BB}" destId="{91450043-A1E8-4585-93B8-A11C93C53871}" srcOrd="0" destOrd="0" presId="urn:microsoft.com/office/officeart/2008/layout/AlternatingHexagons"/>
    <dgm:cxn modelId="{D7C9CAA7-6F16-4166-8302-4ABFF1F3E68C}" srcId="{1E808342-A7E5-49A1-8256-4B4A241FDCC6}" destId="{7FAAAECB-7CCB-4039-8BD3-462DD41F38B3}" srcOrd="1" destOrd="0" parTransId="{7C7CD44B-AC2E-471E-AC67-B28499E835EF}" sibTransId="{2CD8B515-6D33-4F45-AF9D-A07455E8FE53}"/>
    <dgm:cxn modelId="{6111D94B-16BC-4E4A-93F0-DE7BFD771A68}" type="presOf" srcId="{CF048F27-C4A6-4CA4-B9B6-0F65531CD050}" destId="{B1740E08-86BC-4E4E-9A14-FC25CA4DA7C5}" srcOrd="0" destOrd="0" presId="urn:microsoft.com/office/officeart/2008/layout/AlternatingHexagons"/>
    <dgm:cxn modelId="{FF458A74-2CA6-4452-AAC9-54BDBA480038}" type="presOf" srcId="{CDD75C2C-C276-4493-B187-03AA3C50A761}" destId="{249C59BC-AFAF-442C-BFB9-F7893B6D3483}" srcOrd="0" destOrd="0" presId="urn:microsoft.com/office/officeart/2008/layout/AlternatingHexagons"/>
    <dgm:cxn modelId="{D157AEDD-C4D8-47CD-8073-E4E880ECAA2B}" type="presOf" srcId="{EC568D4E-ACE2-42E2-8466-EA63642EED65}" destId="{E5B09B11-408A-4366-8D69-538EE27F639F}" srcOrd="0" destOrd="0" presId="urn:microsoft.com/office/officeart/2008/layout/AlternatingHexagons"/>
    <dgm:cxn modelId="{F65CE68B-8D37-4ECE-A66C-A02B59310E53}" srcId="{1E808342-A7E5-49A1-8256-4B4A241FDCC6}" destId="{CDD75C2C-C276-4493-B187-03AA3C50A761}" srcOrd="2" destOrd="0" parTransId="{D2E7ACA5-777B-4A9F-9C13-0B7A255CFB13}" sibTransId="{161B1642-9B50-4BBC-B849-A377006B36BB}"/>
    <dgm:cxn modelId="{C980B232-7583-4C37-89BF-1A94914F8B79}" type="presOf" srcId="{7FAAAECB-7CCB-4039-8BD3-462DD41F38B3}" destId="{A9401011-1FDE-43BF-8235-AF40EEA084DA}" srcOrd="0" destOrd="0" presId="urn:microsoft.com/office/officeart/2008/layout/AlternatingHexagons"/>
    <dgm:cxn modelId="{9A550006-0532-4EDA-8D07-0344D6FCDAD6}" type="presOf" srcId="{1E808342-A7E5-49A1-8256-4B4A241FDCC6}" destId="{3BEF4C62-B687-4448-AB1F-9D5C4F0F59F4}" srcOrd="0" destOrd="0" presId="urn:microsoft.com/office/officeart/2008/layout/AlternatingHexagons"/>
    <dgm:cxn modelId="{AC6463A1-0FCB-466B-98F5-36649D117F6E}" srcId="{1E808342-A7E5-49A1-8256-4B4A241FDCC6}" destId="{CF048F27-C4A6-4CA4-B9B6-0F65531CD050}" srcOrd="0" destOrd="0" parTransId="{3EC40901-D800-4108-BAA7-9274067216F8}" sibTransId="{EC568D4E-ACE2-42E2-8466-EA63642EED65}"/>
    <dgm:cxn modelId="{2233B57F-F0BC-4FF0-AFE7-2B26CFC58DD7}" type="presOf" srcId="{2CD8B515-6D33-4F45-AF9D-A07455E8FE53}" destId="{9BCD5599-E5D7-48A9-A6FA-A2721C5A54D0}" srcOrd="0" destOrd="0" presId="urn:microsoft.com/office/officeart/2008/layout/AlternatingHexagons"/>
    <dgm:cxn modelId="{A0514B53-7985-4E8B-96E9-AB18B421B99A}" type="presParOf" srcId="{3BEF4C62-B687-4448-AB1F-9D5C4F0F59F4}" destId="{32CAD19C-5C0A-4B6A-B4E7-48990BD07A2D}" srcOrd="0" destOrd="0" presId="urn:microsoft.com/office/officeart/2008/layout/AlternatingHexagons"/>
    <dgm:cxn modelId="{F61249F0-AFE5-417A-99F2-FC9ECC1C2CC3}" type="presParOf" srcId="{32CAD19C-5C0A-4B6A-B4E7-48990BD07A2D}" destId="{B1740E08-86BC-4E4E-9A14-FC25CA4DA7C5}" srcOrd="0" destOrd="0" presId="urn:microsoft.com/office/officeart/2008/layout/AlternatingHexagons"/>
    <dgm:cxn modelId="{465A889E-DC94-4D06-B931-B177D45AD32B}" type="presParOf" srcId="{32CAD19C-5C0A-4B6A-B4E7-48990BD07A2D}" destId="{D50353B3-B762-46B8-A4F6-51ABC1F749FE}" srcOrd="1" destOrd="0" presId="urn:microsoft.com/office/officeart/2008/layout/AlternatingHexagons"/>
    <dgm:cxn modelId="{089760B8-81CA-4584-A731-0252BABD5EA1}" type="presParOf" srcId="{32CAD19C-5C0A-4B6A-B4E7-48990BD07A2D}" destId="{93196B64-CC88-416B-BEAE-5FBE68462224}" srcOrd="2" destOrd="0" presId="urn:microsoft.com/office/officeart/2008/layout/AlternatingHexagons"/>
    <dgm:cxn modelId="{F2A0D085-55A9-4A7F-AB80-9734762ABFFF}" type="presParOf" srcId="{32CAD19C-5C0A-4B6A-B4E7-48990BD07A2D}" destId="{A5BF51FF-93C9-4E48-9CFB-0AE914DC1757}" srcOrd="3" destOrd="0" presId="urn:microsoft.com/office/officeart/2008/layout/AlternatingHexagons"/>
    <dgm:cxn modelId="{620BE19F-D070-4C18-A91C-B45EC6F3E0AF}" type="presParOf" srcId="{32CAD19C-5C0A-4B6A-B4E7-48990BD07A2D}" destId="{E5B09B11-408A-4366-8D69-538EE27F639F}" srcOrd="4" destOrd="0" presId="urn:microsoft.com/office/officeart/2008/layout/AlternatingHexagons"/>
    <dgm:cxn modelId="{C0C0D127-5A4A-4ED8-8D86-4029B50A7890}" type="presParOf" srcId="{3BEF4C62-B687-4448-AB1F-9D5C4F0F59F4}" destId="{E6BE6C04-6E14-413A-9B2F-E92D78391E89}" srcOrd="1" destOrd="0" presId="urn:microsoft.com/office/officeart/2008/layout/AlternatingHexagons"/>
    <dgm:cxn modelId="{0659EE9C-FD43-4A9B-8921-315C7127A487}" type="presParOf" srcId="{3BEF4C62-B687-4448-AB1F-9D5C4F0F59F4}" destId="{A58E78D0-1C04-40D9-BCBD-BC1C1E7A797E}" srcOrd="2" destOrd="0" presId="urn:microsoft.com/office/officeart/2008/layout/AlternatingHexagons"/>
    <dgm:cxn modelId="{C5759BFC-A697-47A1-858B-1EDBEB12D8F6}" type="presParOf" srcId="{A58E78D0-1C04-40D9-BCBD-BC1C1E7A797E}" destId="{A9401011-1FDE-43BF-8235-AF40EEA084DA}" srcOrd="0" destOrd="0" presId="urn:microsoft.com/office/officeart/2008/layout/AlternatingHexagons"/>
    <dgm:cxn modelId="{99B0A712-8A0F-4566-81D4-74B146D13414}" type="presParOf" srcId="{A58E78D0-1C04-40D9-BCBD-BC1C1E7A797E}" destId="{8C7B3F37-AB07-4F48-B215-72582D675C40}" srcOrd="1" destOrd="0" presId="urn:microsoft.com/office/officeart/2008/layout/AlternatingHexagons"/>
    <dgm:cxn modelId="{B4EBABF5-3A35-40F2-84D0-F1E918DF9855}" type="presParOf" srcId="{A58E78D0-1C04-40D9-BCBD-BC1C1E7A797E}" destId="{D84B26BA-BB4C-443B-93D8-AA60190FAED9}" srcOrd="2" destOrd="0" presId="urn:microsoft.com/office/officeart/2008/layout/AlternatingHexagons"/>
    <dgm:cxn modelId="{9524F2F9-DB80-4B4A-8C67-47D77AA26218}" type="presParOf" srcId="{A58E78D0-1C04-40D9-BCBD-BC1C1E7A797E}" destId="{44EAAE91-6D64-491F-B86D-AFD011F87C1B}" srcOrd="3" destOrd="0" presId="urn:microsoft.com/office/officeart/2008/layout/AlternatingHexagons"/>
    <dgm:cxn modelId="{C89F340F-8670-4A4F-828C-FA6047B0FF23}" type="presParOf" srcId="{A58E78D0-1C04-40D9-BCBD-BC1C1E7A797E}" destId="{9BCD5599-E5D7-48A9-A6FA-A2721C5A54D0}" srcOrd="4" destOrd="0" presId="urn:microsoft.com/office/officeart/2008/layout/AlternatingHexagons"/>
    <dgm:cxn modelId="{9FDDAE3F-DF04-42C7-92B5-B46EF6593F0C}" type="presParOf" srcId="{3BEF4C62-B687-4448-AB1F-9D5C4F0F59F4}" destId="{DF542BF0-7A8D-4BD8-A704-DC44DF27A871}" srcOrd="3" destOrd="0" presId="urn:microsoft.com/office/officeart/2008/layout/AlternatingHexagons"/>
    <dgm:cxn modelId="{58FAFA1D-78C4-4C48-8527-A93ED00704ED}" type="presParOf" srcId="{3BEF4C62-B687-4448-AB1F-9D5C4F0F59F4}" destId="{B229B6CC-E38A-461D-81D2-3D78282977F7}" srcOrd="4" destOrd="0" presId="urn:microsoft.com/office/officeart/2008/layout/AlternatingHexagons"/>
    <dgm:cxn modelId="{160E16F9-BADC-4EF6-9D10-2BD215257963}" type="presParOf" srcId="{B229B6CC-E38A-461D-81D2-3D78282977F7}" destId="{249C59BC-AFAF-442C-BFB9-F7893B6D3483}" srcOrd="0" destOrd="0" presId="urn:microsoft.com/office/officeart/2008/layout/AlternatingHexagons"/>
    <dgm:cxn modelId="{625549C7-089E-4277-BD23-5DFFE7CA6DC0}" type="presParOf" srcId="{B229B6CC-E38A-461D-81D2-3D78282977F7}" destId="{5B44F8B3-5DC0-449C-BA6D-EA886329E58C}" srcOrd="1" destOrd="0" presId="urn:microsoft.com/office/officeart/2008/layout/AlternatingHexagons"/>
    <dgm:cxn modelId="{E5B64987-94F3-4443-A1D8-6CE1014A4C74}" type="presParOf" srcId="{B229B6CC-E38A-461D-81D2-3D78282977F7}" destId="{6B8F439E-71E7-40FC-A01A-C9415B3396BC}" srcOrd="2" destOrd="0" presId="urn:microsoft.com/office/officeart/2008/layout/AlternatingHexagons"/>
    <dgm:cxn modelId="{1D9D130E-C003-4FE9-9CF8-E4A486CC544F}" type="presParOf" srcId="{B229B6CC-E38A-461D-81D2-3D78282977F7}" destId="{92780390-A9BF-451F-BABF-04B11491DBBF}" srcOrd="3" destOrd="0" presId="urn:microsoft.com/office/officeart/2008/layout/AlternatingHexagons"/>
    <dgm:cxn modelId="{0A6CDDE6-76E0-47D4-8B2C-531410AB1C4D}" type="presParOf" srcId="{B229B6CC-E38A-461D-81D2-3D78282977F7}" destId="{91450043-A1E8-4585-93B8-A11C93C53871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740E08-86BC-4E4E-9A14-FC25CA4DA7C5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000" kern="1200" dirty="0"/>
        </a:p>
      </dsp:txBody>
      <dsp:txXfrm rot="-5400000">
        <a:off x="3909687" y="313106"/>
        <a:ext cx="1202866" cy="1382606"/>
      </dsp:txXfrm>
    </dsp:sp>
    <dsp:sp modelId="{D50353B3-B762-46B8-A4F6-51ABC1F749FE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B09B11-408A-4366-8D69-538EE27F639F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shade val="80000"/>
            <a:hueOff val="-96283"/>
            <a:satOff val="2033"/>
            <a:lumOff val="54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3600" kern="1200"/>
        </a:p>
      </dsp:txBody>
      <dsp:txXfrm rot="-5400000">
        <a:off x="2022380" y="313106"/>
        <a:ext cx="1202866" cy="1382606"/>
      </dsp:txXfrm>
    </dsp:sp>
    <dsp:sp modelId="{A9401011-1FDE-43BF-8235-AF40EEA084DA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shade val="80000"/>
            <a:hueOff val="-192566"/>
            <a:satOff val="4066"/>
            <a:lumOff val="108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000" kern="1200"/>
        </a:p>
      </dsp:txBody>
      <dsp:txXfrm rot="-5400000">
        <a:off x="2962418" y="2018030"/>
        <a:ext cx="1202866" cy="1382606"/>
      </dsp:txXfrm>
    </dsp:sp>
    <dsp:sp modelId="{8C7B3F37-AB07-4F48-B215-72582D675C40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CD5599-E5D7-48A9-A6FA-A2721C5A54D0}">
      <dsp:nvSpPr>
        <dsp:cNvPr id="0" name=""/>
        <dsp:cNvSpPr/>
      </dsp:nvSpPr>
      <dsp:spPr>
        <a:xfrm rot="5400000">
          <a:off x="4446844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shade val="80000"/>
            <a:hueOff val="-288849"/>
            <a:satOff val="6100"/>
            <a:lumOff val="162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3600" kern="1200" dirty="0"/>
        </a:p>
      </dsp:txBody>
      <dsp:txXfrm rot="-5400000">
        <a:off x="4849725" y="2018030"/>
        <a:ext cx="1202866" cy="1382606"/>
      </dsp:txXfrm>
    </dsp:sp>
    <dsp:sp modelId="{249C59BC-AFAF-442C-BFB9-F7893B6D3483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shade val="80000"/>
            <a:hueOff val="-385132"/>
            <a:satOff val="8133"/>
            <a:lumOff val="216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0" i="0" kern="1200" dirty="0" smtClean="0"/>
            <a:t>线上</a:t>
          </a:r>
          <a:r>
            <a:rPr lang="en-US" altLang="zh-CN" sz="2000" b="0" i="0" kern="1200" dirty="0" smtClean="0"/>
            <a:t>/</a:t>
          </a:r>
          <a:r>
            <a:rPr lang="zh-CN" altLang="en-US" sz="2000" b="0" i="0" kern="1200" dirty="0" smtClean="0"/>
            <a:t>线下传播活动策划</a:t>
          </a:r>
          <a:endParaRPr lang="zh-CN" altLang="en-US" sz="2000" kern="1200" dirty="0"/>
        </a:p>
      </dsp:txBody>
      <dsp:txXfrm rot="-5400000">
        <a:off x="3909687" y="3722953"/>
        <a:ext cx="1202866" cy="1382606"/>
      </dsp:txXfrm>
    </dsp:sp>
    <dsp:sp modelId="{5B44F8B3-5DC0-449C-BA6D-EA886329E58C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450043-A1E8-4585-93B8-A11C93C53871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shade val="80000"/>
            <a:hueOff val="-481415"/>
            <a:satOff val="10166"/>
            <a:lumOff val="270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3600" kern="1200"/>
        </a:p>
      </dsp:txBody>
      <dsp:txXfrm rot="-5400000">
        <a:off x="2022380" y="3722953"/>
        <a:ext cx="1202866" cy="138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3851-5A19-45C5-93E2-9186560F62BF}" type="datetimeFigureOut">
              <a:rPr lang="zh-CN" altLang="en-US" smtClean="0"/>
              <a:t>2017/5/18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D2EB7-5BA9-4ED3-AB06-634A19A1E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266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3851-5A19-45C5-93E2-9186560F62BF}" type="datetimeFigureOut">
              <a:rPr lang="zh-CN" altLang="en-US" smtClean="0"/>
              <a:t>2017/5/18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D2EB7-5BA9-4ED3-AB06-634A19A1E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20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3851-5A19-45C5-93E2-9186560F62BF}" type="datetimeFigureOut">
              <a:rPr lang="zh-CN" altLang="en-US" smtClean="0"/>
              <a:t>2017/5/18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D2EB7-5BA9-4ED3-AB06-634A19A1E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65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3851-5A19-45C5-93E2-9186560F62BF}" type="datetimeFigureOut">
              <a:rPr lang="zh-CN" altLang="en-US" smtClean="0"/>
              <a:t>2017/5/18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D2EB7-5BA9-4ED3-AB06-634A19A1E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27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3851-5A19-45C5-93E2-9186560F62BF}" type="datetimeFigureOut">
              <a:rPr lang="zh-CN" altLang="en-US" smtClean="0"/>
              <a:t>2017/5/18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D2EB7-5BA9-4ED3-AB06-634A19A1E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30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3851-5A19-45C5-93E2-9186560F62BF}" type="datetimeFigureOut">
              <a:rPr lang="zh-CN" altLang="en-US" smtClean="0"/>
              <a:t>2017/5/18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D2EB7-5BA9-4ED3-AB06-634A19A1E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539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3851-5A19-45C5-93E2-9186560F62BF}" type="datetimeFigureOut">
              <a:rPr lang="zh-CN" altLang="en-US" smtClean="0"/>
              <a:t>2017/5/18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D2EB7-5BA9-4ED3-AB06-634A19A1E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573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3851-5A19-45C5-93E2-9186560F62BF}" type="datetimeFigureOut">
              <a:rPr lang="zh-CN" altLang="en-US" smtClean="0"/>
              <a:t>2017/5/18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D2EB7-5BA9-4ED3-AB06-634A19A1E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62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3851-5A19-45C5-93E2-9186560F62BF}" type="datetimeFigureOut">
              <a:rPr lang="zh-CN" altLang="en-US" smtClean="0"/>
              <a:t>2017/5/18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D2EB7-5BA9-4ED3-AB06-634A19A1E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882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3851-5A19-45C5-93E2-9186560F62BF}" type="datetimeFigureOut">
              <a:rPr lang="zh-CN" altLang="en-US" smtClean="0"/>
              <a:t>2017/5/18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D2EB7-5BA9-4ED3-AB06-634A19A1E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31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43851-5A19-45C5-93E2-9186560F62BF}" type="datetimeFigureOut">
              <a:rPr lang="zh-CN" altLang="en-US" smtClean="0"/>
              <a:t>2017/5/18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D2EB7-5BA9-4ED3-AB06-634A19A1E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366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43851-5A19-45C5-93E2-9186560F62BF}" type="datetimeFigureOut">
              <a:rPr lang="zh-CN" altLang="en-US" smtClean="0"/>
              <a:t>2017/5/18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D2EB7-5BA9-4ED3-AB06-634A19A1E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20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010productions.com/" TargetMode="External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85216" y="594360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封面图 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</a:rPr>
              <a:t>- Bridge</a:t>
            </a: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参考图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7" b="29867"/>
          <a:stretch/>
        </p:blipFill>
        <p:spPr>
          <a:xfrm>
            <a:off x="5227349" y="3815644"/>
            <a:ext cx="2357398" cy="1097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179" y="1126496"/>
            <a:ext cx="1960726" cy="1983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67" y="3348489"/>
            <a:ext cx="2031591" cy="20315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68" y="1126497"/>
            <a:ext cx="2031591" cy="1983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179" y="3348489"/>
            <a:ext cx="2048256" cy="204825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325" y="1126220"/>
            <a:ext cx="1834435" cy="199412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66926" y="5849112"/>
            <a:ext cx="1991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动态实景封面图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矩形 13">
            <a:hlinkClick r:id="rId8"/>
          </p:cNvPr>
          <p:cNvSpPr/>
          <p:nvPr/>
        </p:nvSpPr>
        <p:spPr>
          <a:xfrm>
            <a:off x="2651758" y="5849112"/>
            <a:ext cx="3384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hlinkClick r:id="rId8"/>
              </a:rPr>
              <a:t>http://www.010productions.com/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8674608" y="741015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封面文字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674608" y="1156035"/>
            <a:ext cx="2828544" cy="5847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dirty="0" smtClean="0"/>
              <a:t>WE ARE CONNECTING PEOPLE FOR GOOD.</a:t>
            </a:r>
            <a:endParaRPr lang="zh-CN" alt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8674608" y="1897594"/>
            <a:ext cx="2828544" cy="8309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dirty="0" smtClean="0"/>
              <a:t>WE USE COMMUNICATIONS AND CREATIVE TO CONNECT PEOPLE FOR GOOD.</a:t>
            </a:r>
            <a:endParaRPr lang="zh-CN" alt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8674608" y="2885375"/>
            <a:ext cx="2828544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 smtClean="0"/>
              <a:t>创意联结善意。</a:t>
            </a:r>
            <a:endParaRPr lang="zh-CN" altLang="en-US" sz="1600" dirty="0"/>
          </a:p>
        </p:txBody>
      </p:sp>
      <p:sp>
        <p:nvSpPr>
          <p:cNvPr id="3" name="矩形 2"/>
          <p:cNvSpPr/>
          <p:nvPr/>
        </p:nvSpPr>
        <p:spPr>
          <a:xfrm>
            <a:off x="8670518" y="4925782"/>
            <a:ext cx="3334793" cy="9233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smtClean="0"/>
              <a:t>We are the middleman who bridge social good issues and public.</a:t>
            </a:r>
          </a:p>
        </p:txBody>
      </p:sp>
      <p:sp>
        <p:nvSpPr>
          <p:cNvPr id="5" name="矩形 4"/>
          <p:cNvSpPr/>
          <p:nvPr/>
        </p:nvSpPr>
        <p:spPr>
          <a:xfrm>
            <a:off x="8670518" y="3345188"/>
            <a:ext cx="3399562" cy="14773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developing engaging digital strategies that leverage creative content and social media to promote social good issues among the general public</a:t>
            </a:r>
          </a:p>
        </p:txBody>
      </p:sp>
      <p:sp>
        <p:nvSpPr>
          <p:cNvPr id="19" name="矩形 18"/>
          <p:cNvSpPr/>
          <p:nvPr/>
        </p:nvSpPr>
        <p:spPr>
          <a:xfrm>
            <a:off x="7095745" y="5902714"/>
            <a:ext cx="4909566" cy="9233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smtClean="0"/>
              <a:t>We aim to develop engaging digital strategies to promote social good issue among the general public. </a:t>
            </a:r>
          </a:p>
        </p:txBody>
      </p:sp>
    </p:spTree>
    <p:extLst>
      <p:ext uri="{BB962C8B-B14F-4D97-AF65-F5344CB8AC3E}">
        <p14:creationId xmlns:p14="http://schemas.microsoft.com/office/powerpoint/2010/main" val="2957544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013034" y="1640046"/>
            <a:ext cx="7745310" cy="3742504"/>
            <a:chOff x="-181751" y="1041111"/>
            <a:chExt cx="12521918" cy="6050541"/>
          </a:xfrm>
        </p:grpSpPr>
        <p:sp>
          <p:nvSpPr>
            <p:cNvPr id="5" name="Rectangle 16"/>
            <p:cNvSpPr/>
            <p:nvPr/>
          </p:nvSpPr>
          <p:spPr>
            <a:xfrm>
              <a:off x="1016000" y="2226358"/>
              <a:ext cx="5538091" cy="96906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/>
            </a:p>
          </p:txBody>
        </p:sp>
        <p:sp>
          <p:nvSpPr>
            <p:cNvPr id="6" name="Rectangle 17"/>
            <p:cNvSpPr/>
            <p:nvPr/>
          </p:nvSpPr>
          <p:spPr>
            <a:xfrm>
              <a:off x="1016000" y="3188643"/>
              <a:ext cx="5538091" cy="96906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/>
            </a:p>
          </p:txBody>
        </p:sp>
        <p:sp>
          <p:nvSpPr>
            <p:cNvPr id="7" name="Rectangle 18"/>
            <p:cNvSpPr/>
            <p:nvPr/>
          </p:nvSpPr>
          <p:spPr>
            <a:xfrm>
              <a:off x="1016000" y="4152430"/>
              <a:ext cx="5538091" cy="9690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/>
            </a:p>
          </p:txBody>
        </p:sp>
        <p:sp>
          <p:nvSpPr>
            <p:cNvPr id="8" name="Rectangle 19"/>
            <p:cNvSpPr/>
            <p:nvPr/>
          </p:nvSpPr>
          <p:spPr>
            <a:xfrm>
              <a:off x="1016000" y="1264071"/>
              <a:ext cx="5538091" cy="9690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/>
            </a:p>
          </p:txBody>
        </p:sp>
        <p:sp>
          <p:nvSpPr>
            <p:cNvPr id="9" name="Freeform 51"/>
            <p:cNvSpPr/>
            <p:nvPr/>
          </p:nvSpPr>
          <p:spPr>
            <a:xfrm rot="16200000">
              <a:off x="6197642" y="1608506"/>
              <a:ext cx="1322845" cy="633980"/>
            </a:xfrm>
            <a:custGeom>
              <a:avLst/>
              <a:gdLst>
                <a:gd name="connsiteX0" fmla="*/ 992134 w 992134"/>
                <a:gd name="connsiteY0" fmla="*/ 1 h 475485"/>
                <a:gd name="connsiteX1" fmla="*/ 992134 w 992134"/>
                <a:gd name="connsiteY1" fmla="*/ 475485 h 475485"/>
                <a:gd name="connsiteX2" fmla="*/ 306334 w 992134"/>
                <a:gd name="connsiteY2" fmla="*/ 475485 h 475485"/>
                <a:gd name="connsiteX3" fmla="*/ 306334 w 992134"/>
                <a:gd name="connsiteY3" fmla="*/ 475484 h 475485"/>
                <a:gd name="connsiteX4" fmla="*/ 0 w 992134"/>
                <a:gd name="connsiteY4" fmla="*/ 475484 h 475485"/>
                <a:gd name="connsiteX5" fmla="*/ 253885 w 992134"/>
                <a:gd name="connsiteY5" fmla="*/ 0 h 475485"/>
                <a:gd name="connsiteX6" fmla="*/ 685800 w 992134"/>
                <a:gd name="connsiteY6" fmla="*/ 0 h 475485"/>
                <a:gd name="connsiteX7" fmla="*/ 685800 w 992134"/>
                <a:gd name="connsiteY7" fmla="*/ 1 h 47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92134" h="475485">
                  <a:moveTo>
                    <a:pt x="992134" y="1"/>
                  </a:moveTo>
                  <a:lnTo>
                    <a:pt x="992134" y="475485"/>
                  </a:lnTo>
                  <a:lnTo>
                    <a:pt x="306334" y="475485"/>
                  </a:lnTo>
                  <a:lnTo>
                    <a:pt x="306334" y="475484"/>
                  </a:lnTo>
                  <a:lnTo>
                    <a:pt x="0" y="475484"/>
                  </a:lnTo>
                  <a:lnTo>
                    <a:pt x="253885" y="0"/>
                  </a:lnTo>
                  <a:lnTo>
                    <a:pt x="685800" y="0"/>
                  </a:lnTo>
                  <a:lnTo>
                    <a:pt x="68580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/>
            </a:p>
          </p:txBody>
        </p:sp>
        <p:sp>
          <p:nvSpPr>
            <p:cNvPr id="10" name="Freeform 50"/>
            <p:cNvSpPr/>
            <p:nvPr/>
          </p:nvSpPr>
          <p:spPr>
            <a:xfrm rot="16200000">
              <a:off x="6026025" y="2742410"/>
              <a:ext cx="1666081" cy="633980"/>
            </a:xfrm>
            <a:custGeom>
              <a:avLst/>
              <a:gdLst>
                <a:gd name="connsiteX0" fmla="*/ 1249561 w 1249561"/>
                <a:gd name="connsiteY0" fmla="*/ 1 h 475485"/>
                <a:gd name="connsiteX1" fmla="*/ 991278 w 1249561"/>
                <a:gd name="connsiteY1" fmla="*/ 475485 h 475485"/>
                <a:gd name="connsiteX2" fmla="*/ 434530 w 1249561"/>
                <a:gd name="connsiteY2" fmla="*/ 475485 h 475485"/>
                <a:gd name="connsiteX3" fmla="*/ 434531 w 1249561"/>
                <a:gd name="connsiteY3" fmla="*/ 475484 h 475485"/>
                <a:gd name="connsiteX4" fmla="*/ 0 w 1249561"/>
                <a:gd name="connsiteY4" fmla="*/ 475484 h 475485"/>
                <a:gd name="connsiteX5" fmla="*/ 521910 w 1249561"/>
                <a:gd name="connsiteY5" fmla="*/ 0 h 475485"/>
                <a:gd name="connsiteX6" fmla="*/ 1109579 w 1249561"/>
                <a:gd name="connsiteY6" fmla="*/ 0 h 475485"/>
                <a:gd name="connsiteX7" fmla="*/ 1109578 w 1249561"/>
                <a:gd name="connsiteY7" fmla="*/ 1 h 47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9561" h="475485">
                  <a:moveTo>
                    <a:pt x="1249561" y="1"/>
                  </a:moveTo>
                  <a:lnTo>
                    <a:pt x="991278" y="475485"/>
                  </a:lnTo>
                  <a:lnTo>
                    <a:pt x="434530" y="475485"/>
                  </a:lnTo>
                  <a:lnTo>
                    <a:pt x="434531" y="475484"/>
                  </a:lnTo>
                  <a:lnTo>
                    <a:pt x="0" y="475484"/>
                  </a:lnTo>
                  <a:lnTo>
                    <a:pt x="521910" y="0"/>
                  </a:lnTo>
                  <a:lnTo>
                    <a:pt x="1109579" y="0"/>
                  </a:lnTo>
                  <a:lnTo>
                    <a:pt x="1109578" y="1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4267"/>
            </a:p>
          </p:txBody>
        </p:sp>
        <p:sp>
          <p:nvSpPr>
            <p:cNvPr id="11" name="Freeform 49"/>
            <p:cNvSpPr/>
            <p:nvPr/>
          </p:nvSpPr>
          <p:spPr>
            <a:xfrm rot="16200000">
              <a:off x="5841628" y="3889091"/>
              <a:ext cx="2034875" cy="633980"/>
            </a:xfrm>
            <a:custGeom>
              <a:avLst/>
              <a:gdLst>
                <a:gd name="connsiteX0" fmla="*/ 1526156 w 1526156"/>
                <a:gd name="connsiteY0" fmla="*/ 1 h 475485"/>
                <a:gd name="connsiteX1" fmla="*/ 1025091 w 1526156"/>
                <a:gd name="connsiteY1" fmla="*/ 475485 h 475485"/>
                <a:gd name="connsiteX2" fmla="*/ 355289 w 1526156"/>
                <a:gd name="connsiteY2" fmla="*/ 475485 h 475485"/>
                <a:gd name="connsiteX3" fmla="*/ 355289 w 1526156"/>
                <a:gd name="connsiteY3" fmla="*/ 475484 h 475485"/>
                <a:gd name="connsiteX4" fmla="*/ 0 w 1526156"/>
                <a:gd name="connsiteY4" fmla="*/ 475484 h 475485"/>
                <a:gd name="connsiteX5" fmla="*/ 789589 w 1526156"/>
                <a:gd name="connsiteY5" fmla="*/ 0 h 475485"/>
                <a:gd name="connsiteX6" fmla="*/ 1345888 w 1526156"/>
                <a:gd name="connsiteY6" fmla="*/ 0 h 475485"/>
                <a:gd name="connsiteX7" fmla="*/ 1345887 w 1526156"/>
                <a:gd name="connsiteY7" fmla="*/ 1 h 47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6156" h="475485">
                  <a:moveTo>
                    <a:pt x="1526156" y="1"/>
                  </a:moveTo>
                  <a:lnTo>
                    <a:pt x="1025091" y="475485"/>
                  </a:lnTo>
                  <a:lnTo>
                    <a:pt x="355289" y="475485"/>
                  </a:lnTo>
                  <a:lnTo>
                    <a:pt x="355289" y="475484"/>
                  </a:lnTo>
                  <a:lnTo>
                    <a:pt x="0" y="475484"/>
                  </a:lnTo>
                  <a:lnTo>
                    <a:pt x="789589" y="0"/>
                  </a:lnTo>
                  <a:lnTo>
                    <a:pt x="1345888" y="0"/>
                  </a:lnTo>
                  <a:lnTo>
                    <a:pt x="1345887" y="1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4267"/>
            </a:p>
          </p:txBody>
        </p:sp>
        <p:sp>
          <p:nvSpPr>
            <p:cNvPr id="12" name="Freeform 30"/>
            <p:cNvSpPr/>
            <p:nvPr/>
          </p:nvSpPr>
          <p:spPr>
            <a:xfrm rot="16200000">
              <a:off x="5664833" y="5029674"/>
              <a:ext cx="2388467" cy="633980"/>
            </a:xfrm>
            <a:custGeom>
              <a:avLst/>
              <a:gdLst>
                <a:gd name="connsiteX0" fmla="*/ 1791350 w 1791350"/>
                <a:gd name="connsiteY0" fmla="*/ 0 h 475485"/>
                <a:gd name="connsiteX1" fmla="*/ 998932 w 1791350"/>
                <a:gd name="connsiteY1" fmla="*/ 475485 h 475485"/>
                <a:gd name="connsiteX2" fmla="*/ 496283 w 1791350"/>
                <a:gd name="connsiteY2" fmla="*/ 475485 h 475485"/>
                <a:gd name="connsiteX3" fmla="*/ 496282 w 1791350"/>
                <a:gd name="connsiteY3" fmla="*/ 475485 h 475485"/>
                <a:gd name="connsiteX4" fmla="*/ 0 w 1791350"/>
                <a:gd name="connsiteY4" fmla="*/ 475485 h 475485"/>
                <a:gd name="connsiteX5" fmla="*/ 1075640 w 1791350"/>
                <a:gd name="connsiteY5" fmla="*/ 1 h 475485"/>
                <a:gd name="connsiteX6" fmla="*/ 1145140 w 1791350"/>
                <a:gd name="connsiteY6" fmla="*/ 1 h 475485"/>
                <a:gd name="connsiteX7" fmla="*/ 1145141 w 1791350"/>
                <a:gd name="connsiteY7" fmla="*/ 0 h 47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1350" h="475485">
                  <a:moveTo>
                    <a:pt x="1791350" y="0"/>
                  </a:moveTo>
                  <a:lnTo>
                    <a:pt x="998932" y="475485"/>
                  </a:lnTo>
                  <a:lnTo>
                    <a:pt x="496283" y="475485"/>
                  </a:lnTo>
                  <a:lnTo>
                    <a:pt x="496282" y="475485"/>
                  </a:lnTo>
                  <a:lnTo>
                    <a:pt x="0" y="475485"/>
                  </a:lnTo>
                  <a:lnTo>
                    <a:pt x="1075640" y="1"/>
                  </a:lnTo>
                  <a:lnTo>
                    <a:pt x="1145140" y="1"/>
                  </a:lnTo>
                  <a:lnTo>
                    <a:pt x="1145141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/>
            </a:p>
          </p:txBody>
        </p:sp>
        <p:sp>
          <p:nvSpPr>
            <p:cNvPr id="13" name="Rectangle 26"/>
            <p:cNvSpPr/>
            <p:nvPr/>
          </p:nvSpPr>
          <p:spPr>
            <a:xfrm>
              <a:off x="7174939" y="2582927"/>
              <a:ext cx="5165228" cy="132284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0" t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4267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27"/>
            <p:cNvSpPr/>
            <p:nvPr/>
          </p:nvSpPr>
          <p:spPr>
            <a:xfrm>
              <a:off x="7174939" y="1264073"/>
              <a:ext cx="5165228" cy="13228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0" t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4267" dirty="0">
                <a:solidFill>
                  <a:srgbClr val="FFFFFF"/>
                </a:solidFill>
              </a:endParaRPr>
            </a:p>
          </p:txBody>
        </p:sp>
        <p:sp>
          <p:nvSpPr>
            <p:cNvPr id="15" name="Rectangle 28"/>
            <p:cNvSpPr/>
            <p:nvPr/>
          </p:nvSpPr>
          <p:spPr>
            <a:xfrm>
              <a:off x="7174939" y="3900670"/>
              <a:ext cx="5165228" cy="13228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0" t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4267" dirty="0">
                <a:solidFill>
                  <a:srgbClr val="FFFFFF"/>
                </a:solidFill>
              </a:endParaRPr>
            </a:p>
          </p:txBody>
        </p:sp>
        <p:sp>
          <p:nvSpPr>
            <p:cNvPr id="16" name="Rectangle 29"/>
            <p:cNvSpPr/>
            <p:nvPr/>
          </p:nvSpPr>
          <p:spPr>
            <a:xfrm>
              <a:off x="7174939" y="5218050"/>
              <a:ext cx="5165228" cy="13228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5760" t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4267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 32"/>
            <p:cNvSpPr/>
            <p:nvPr/>
          </p:nvSpPr>
          <p:spPr>
            <a:xfrm>
              <a:off x="7355356" y="3034708"/>
              <a:ext cx="4770196" cy="341260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85000"/>
                </a:lnSpc>
              </a:pPr>
              <a:endParaRPr lang="en-US" sz="900" dirty="0">
                <a:solidFill>
                  <a:srgbClr val="FFFFFF"/>
                </a:solidFill>
              </a:endParaRPr>
            </a:p>
          </p:txBody>
        </p:sp>
        <p:sp>
          <p:nvSpPr>
            <p:cNvPr id="18" name="Freeform 35"/>
            <p:cNvSpPr>
              <a:spLocks/>
            </p:cNvSpPr>
            <p:nvPr/>
          </p:nvSpPr>
          <p:spPr bwMode="white">
            <a:xfrm>
              <a:off x="-181751" y="1228772"/>
              <a:ext cx="3529285" cy="5862880"/>
            </a:xfrm>
            <a:custGeom>
              <a:avLst/>
              <a:gdLst>
                <a:gd name="T0" fmla="*/ 901 w 1398"/>
                <a:gd name="T1" fmla="*/ 142 h 4117"/>
                <a:gd name="T2" fmla="*/ 627 w 1398"/>
                <a:gd name="T3" fmla="*/ 341 h 4117"/>
                <a:gd name="T4" fmla="*/ 477 w 1398"/>
                <a:gd name="T5" fmla="*/ 611 h 4117"/>
                <a:gd name="T6" fmla="*/ 477 w 1398"/>
                <a:gd name="T7" fmla="*/ 950 h 4117"/>
                <a:gd name="T8" fmla="*/ 608 w 1398"/>
                <a:gd name="T9" fmla="*/ 1279 h 4117"/>
                <a:gd name="T10" fmla="*/ 690 w 1398"/>
                <a:gd name="T11" fmla="*/ 1853 h 4117"/>
                <a:gd name="T12" fmla="*/ 1176 w 1398"/>
                <a:gd name="T13" fmla="*/ 1888 h 4117"/>
                <a:gd name="T14" fmla="*/ 1398 w 1398"/>
                <a:gd name="T15" fmla="*/ 2588 h 4117"/>
                <a:gd name="T16" fmla="*/ 1042 w 1398"/>
                <a:gd name="T17" fmla="*/ 3142 h 4117"/>
                <a:gd name="T18" fmla="*/ 901 w 1398"/>
                <a:gd name="T19" fmla="*/ 3441 h 4117"/>
                <a:gd name="T20" fmla="*/ 690 w 1398"/>
                <a:gd name="T21" fmla="*/ 4117 h 4117"/>
                <a:gd name="T22" fmla="*/ 0 w 1398"/>
                <a:gd name="T23" fmla="*/ 4117 h 4117"/>
                <a:gd name="T24" fmla="*/ 0 w 1398"/>
                <a:gd name="T25" fmla="*/ 0 h 4117"/>
                <a:gd name="T26" fmla="*/ 699 w 1398"/>
                <a:gd name="T27" fmla="*/ 0 h 4117"/>
                <a:gd name="T28" fmla="*/ 901 w 1398"/>
                <a:gd name="T29" fmla="*/ 142 h 4117"/>
                <a:gd name="connsiteX0" fmla="*/ 6445 w 10000"/>
                <a:gd name="connsiteY0" fmla="*/ 412 h 10067"/>
                <a:gd name="connsiteX1" fmla="*/ 4485 w 10000"/>
                <a:gd name="connsiteY1" fmla="*/ 895 h 10067"/>
                <a:gd name="connsiteX2" fmla="*/ 3412 w 10000"/>
                <a:gd name="connsiteY2" fmla="*/ 1551 h 10067"/>
                <a:gd name="connsiteX3" fmla="*/ 3412 w 10000"/>
                <a:gd name="connsiteY3" fmla="*/ 2375 h 10067"/>
                <a:gd name="connsiteX4" fmla="*/ 4349 w 10000"/>
                <a:gd name="connsiteY4" fmla="*/ 3174 h 10067"/>
                <a:gd name="connsiteX5" fmla="*/ 4936 w 10000"/>
                <a:gd name="connsiteY5" fmla="*/ 4568 h 10067"/>
                <a:gd name="connsiteX6" fmla="*/ 8412 w 10000"/>
                <a:gd name="connsiteY6" fmla="*/ 4653 h 10067"/>
                <a:gd name="connsiteX7" fmla="*/ 10000 w 10000"/>
                <a:gd name="connsiteY7" fmla="*/ 6353 h 10067"/>
                <a:gd name="connsiteX8" fmla="*/ 7454 w 10000"/>
                <a:gd name="connsiteY8" fmla="*/ 7699 h 10067"/>
                <a:gd name="connsiteX9" fmla="*/ 6445 w 10000"/>
                <a:gd name="connsiteY9" fmla="*/ 8425 h 10067"/>
                <a:gd name="connsiteX10" fmla="*/ 4936 w 10000"/>
                <a:gd name="connsiteY10" fmla="*/ 10067 h 10067"/>
                <a:gd name="connsiteX11" fmla="*/ 0 w 10000"/>
                <a:gd name="connsiteY11" fmla="*/ 10067 h 10067"/>
                <a:gd name="connsiteX12" fmla="*/ 0 w 10000"/>
                <a:gd name="connsiteY12" fmla="*/ 67 h 10067"/>
                <a:gd name="connsiteX13" fmla="*/ 5315 w 10000"/>
                <a:gd name="connsiteY13" fmla="*/ 0 h 10067"/>
                <a:gd name="connsiteX14" fmla="*/ 6445 w 10000"/>
                <a:gd name="connsiteY14" fmla="*/ 412 h 10067"/>
                <a:gd name="connsiteX0" fmla="*/ 6445 w 10000"/>
                <a:gd name="connsiteY0" fmla="*/ 412 h 10067"/>
                <a:gd name="connsiteX1" fmla="*/ 4485 w 10000"/>
                <a:gd name="connsiteY1" fmla="*/ 895 h 10067"/>
                <a:gd name="connsiteX2" fmla="*/ 3412 w 10000"/>
                <a:gd name="connsiteY2" fmla="*/ 1551 h 10067"/>
                <a:gd name="connsiteX3" fmla="*/ 3412 w 10000"/>
                <a:gd name="connsiteY3" fmla="*/ 2375 h 10067"/>
                <a:gd name="connsiteX4" fmla="*/ 4349 w 10000"/>
                <a:gd name="connsiteY4" fmla="*/ 3174 h 10067"/>
                <a:gd name="connsiteX5" fmla="*/ 4936 w 10000"/>
                <a:gd name="connsiteY5" fmla="*/ 4568 h 10067"/>
                <a:gd name="connsiteX6" fmla="*/ 8412 w 10000"/>
                <a:gd name="connsiteY6" fmla="*/ 4653 h 10067"/>
                <a:gd name="connsiteX7" fmla="*/ 10000 w 10000"/>
                <a:gd name="connsiteY7" fmla="*/ 6353 h 10067"/>
                <a:gd name="connsiteX8" fmla="*/ 7454 w 10000"/>
                <a:gd name="connsiteY8" fmla="*/ 7699 h 10067"/>
                <a:gd name="connsiteX9" fmla="*/ 6445 w 10000"/>
                <a:gd name="connsiteY9" fmla="*/ 8425 h 10067"/>
                <a:gd name="connsiteX10" fmla="*/ 4936 w 10000"/>
                <a:gd name="connsiteY10" fmla="*/ 10067 h 10067"/>
                <a:gd name="connsiteX11" fmla="*/ 0 w 10000"/>
                <a:gd name="connsiteY11" fmla="*/ 10067 h 10067"/>
                <a:gd name="connsiteX12" fmla="*/ 39 w 10000"/>
                <a:gd name="connsiteY12" fmla="*/ 0 h 10067"/>
                <a:gd name="connsiteX13" fmla="*/ 5315 w 10000"/>
                <a:gd name="connsiteY13" fmla="*/ 0 h 10067"/>
                <a:gd name="connsiteX14" fmla="*/ 6445 w 10000"/>
                <a:gd name="connsiteY14" fmla="*/ 412 h 10067"/>
                <a:gd name="connsiteX0" fmla="*/ 9519 w 10000"/>
                <a:gd name="connsiteY0" fmla="*/ 11 h 10067"/>
                <a:gd name="connsiteX1" fmla="*/ 4485 w 10000"/>
                <a:gd name="connsiteY1" fmla="*/ 895 h 10067"/>
                <a:gd name="connsiteX2" fmla="*/ 3412 w 10000"/>
                <a:gd name="connsiteY2" fmla="*/ 1551 h 10067"/>
                <a:gd name="connsiteX3" fmla="*/ 3412 w 10000"/>
                <a:gd name="connsiteY3" fmla="*/ 2375 h 10067"/>
                <a:gd name="connsiteX4" fmla="*/ 4349 w 10000"/>
                <a:gd name="connsiteY4" fmla="*/ 3174 h 10067"/>
                <a:gd name="connsiteX5" fmla="*/ 4936 w 10000"/>
                <a:gd name="connsiteY5" fmla="*/ 4568 h 10067"/>
                <a:gd name="connsiteX6" fmla="*/ 8412 w 10000"/>
                <a:gd name="connsiteY6" fmla="*/ 4653 h 10067"/>
                <a:gd name="connsiteX7" fmla="*/ 10000 w 10000"/>
                <a:gd name="connsiteY7" fmla="*/ 6353 h 10067"/>
                <a:gd name="connsiteX8" fmla="*/ 7454 w 10000"/>
                <a:gd name="connsiteY8" fmla="*/ 7699 h 10067"/>
                <a:gd name="connsiteX9" fmla="*/ 6445 w 10000"/>
                <a:gd name="connsiteY9" fmla="*/ 8425 h 10067"/>
                <a:gd name="connsiteX10" fmla="*/ 4936 w 10000"/>
                <a:gd name="connsiteY10" fmla="*/ 10067 h 10067"/>
                <a:gd name="connsiteX11" fmla="*/ 0 w 10000"/>
                <a:gd name="connsiteY11" fmla="*/ 10067 h 10067"/>
                <a:gd name="connsiteX12" fmla="*/ 39 w 10000"/>
                <a:gd name="connsiteY12" fmla="*/ 0 h 10067"/>
                <a:gd name="connsiteX13" fmla="*/ 5315 w 10000"/>
                <a:gd name="connsiteY13" fmla="*/ 0 h 10067"/>
                <a:gd name="connsiteX14" fmla="*/ 9519 w 10000"/>
                <a:gd name="connsiteY14" fmla="*/ 11 h 10067"/>
                <a:gd name="connsiteX0" fmla="*/ 9519 w 10000"/>
                <a:gd name="connsiteY0" fmla="*/ 11 h 10067"/>
                <a:gd name="connsiteX1" fmla="*/ 4485 w 10000"/>
                <a:gd name="connsiteY1" fmla="*/ 895 h 10067"/>
                <a:gd name="connsiteX2" fmla="*/ 3412 w 10000"/>
                <a:gd name="connsiteY2" fmla="*/ 1551 h 10067"/>
                <a:gd name="connsiteX3" fmla="*/ 3412 w 10000"/>
                <a:gd name="connsiteY3" fmla="*/ 2375 h 10067"/>
                <a:gd name="connsiteX4" fmla="*/ 4349 w 10000"/>
                <a:gd name="connsiteY4" fmla="*/ 3174 h 10067"/>
                <a:gd name="connsiteX5" fmla="*/ 4936 w 10000"/>
                <a:gd name="connsiteY5" fmla="*/ 4568 h 10067"/>
                <a:gd name="connsiteX6" fmla="*/ 8412 w 10000"/>
                <a:gd name="connsiteY6" fmla="*/ 4653 h 10067"/>
                <a:gd name="connsiteX7" fmla="*/ 10000 w 10000"/>
                <a:gd name="connsiteY7" fmla="*/ 6353 h 10067"/>
                <a:gd name="connsiteX8" fmla="*/ 7454 w 10000"/>
                <a:gd name="connsiteY8" fmla="*/ 7699 h 10067"/>
                <a:gd name="connsiteX9" fmla="*/ 6445 w 10000"/>
                <a:gd name="connsiteY9" fmla="*/ 8425 h 10067"/>
                <a:gd name="connsiteX10" fmla="*/ 4936 w 10000"/>
                <a:gd name="connsiteY10" fmla="*/ 10067 h 10067"/>
                <a:gd name="connsiteX11" fmla="*/ 0 w 10000"/>
                <a:gd name="connsiteY11" fmla="*/ 10067 h 10067"/>
                <a:gd name="connsiteX12" fmla="*/ 39 w 10000"/>
                <a:gd name="connsiteY12" fmla="*/ 0 h 10067"/>
                <a:gd name="connsiteX13" fmla="*/ 5315 w 10000"/>
                <a:gd name="connsiteY13" fmla="*/ 0 h 10067"/>
                <a:gd name="connsiteX14" fmla="*/ 9519 w 10000"/>
                <a:gd name="connsiteY14" fmla="*/ 11 h 10067"/>
                <a:gd name="connsiteX0" fmla="*/ 9519 w 10000"/>
                <a:gd name="connsiteY0" fmla="*/ 11 h 10067"/>
                <a:gd name="connsiteX1" fmla="*/ 4485 w 10000"/>
                <a:gd name="connsiteY1" fmla="*/ 895 h 10067"/>
                <a:gd name="connsiteX2" fmla="*/ 3412 w 10000"/>
                <a:gd name="connsiteY2" fmla="*/ 1551 h 10067"/>
                <a:gd name="connsiteX3" fmla="*/ 4438 w 10000"/>
                <a:gd name="connsiteY3" fmla="*/ 2346 h 10067"/>
                <a:gd name="connsiteX4" fmla="*/ 4349 w 10000"/>
                <a:gd name="connsiteY4" fmla="*/ 3174 h 10067"/>
                <a:gd name="connsiteX5" fmla="*/ 4936 w 10000"/>
                <a:gd name="connsiteY5" fmla="*/ 4568 h 10067"/>
                <a:gd name="connsiteX6" fmla="*/ 8412 w 10000"/>
                <a:gd name="connsiteY6" fmla="*/ 4653 h 10067"/>
                <a:gd name="connsiteX7" fmla="*/ 10000 w 10000"/>
                <a:gd name="connsiteY7" fmla="*/ 6353 h 10067"/>
                <a:gd name="connsiteX8" fmla="*/ 7454 w 10000"/>
                <a:gd name="connsiteY8" fmla="*/ 7699 h 10067"/>
                <a:gd name="connsiteX9" fmla="*/ 6445 w 10000"/>
                <a:gd name="connsiteY9" fmla="*/ 8425 h 10067"/>
                <a:gd name="connsiteX10" fmla="*/ 4936 w 10000"/>
                <a:gd name="connsiteY10" fmla="*/ 10067 h 10067"/>
                <a:gd name="connsiteX11" fmla="*/ 0 w 10000"/>
                <a:gd name="connsiteY11" fmla="*/ 10067 h 10067"/>
                <a:gd name="connsiteX12" fmla="*/ 39 w 10000"/>
                <a:gd name="connsiteY12" fmla="*/ 0 h 10067"/>
                <a:gd name="connsiteX13" fmla="*/ 5315 w 10000"/>
                <a:gd name="connsiteY13" fmla="*/ 0 h 10067"/>
                <a:gd name="connsiteX14" fmla="*/ 9519 w 10000"/>
                <a:gd name="connsiteY14" fmla="*/ 11 h 10067"/>
                <a:gd name="connsiteX0" fmla="*/ 9519 w 10000"/>
                <a:gd name="connsiteY0" fmla="*/ 11 h 10067"/>
                <a:gd name="connsiteX1" fmla="*/ 4485 w 10000"/>
                <a:gd name="connsiteY1" fmla="*/ 895 h 10067"/>
                <a:gd name="connsiteX2" fmla="*/ 4123 w 10000"/>
                <a:gd name="connsiteY2" fmla="*/ 1573 h 10067"/>
                <a:gd name="connsiteX3" fmla="*/ 4438 w 10000"/>
                <a:gd name="connsiteY3" fmla="*/ 2346 h 10067"/>
                <a:gd name="connsiteX4" fmla="*/ 4349 w 10000"/>
                <a:gd name="connsiteY4" fmla="*/ 3174 h 10067"/>
                <a:gd name="connsiteX5" fmla="*/ 4936 w 10000"/>
                <a:gd name="connsiteY5" fmla="*/ 4568 h 10067"/>
                <a:gd name="connsiteX6" fmla="*/ 8412 w 10000"/>
                <a:gd name="connsiteY6" fmla="*/ 4653 h 10067"/>
                <a:gd name="connsiteX7" fmla="*/ 10000 w 10000"/>
                <a:gd name="connsiteY7" fmla="*/ 6353 h 10067"/>
                <a:gd name="connsiteX8" fmla="*/ 7454 w 10000"/>
                <a:gd name="connsiteY8" fmla="*/ 7699 h 10067"/>
                <a:gd name="connsiteX9" fmla="*/ 6445 w 10000"/>
                <a:gd name="connsiteY9" fmla="*/ 8425 h 10067"/>
                <a:gd name="connsiteX10" fmla="*/ 4936 w 10000"/>
                <a:gd name="connsiteY10" fmla="*/ 10067 h 10067"/>
                <a:gd name="connsiteX11" fmla="*/ 0 w 10000"/>
                <a:gd name="connsiteY11" fmla="*/ 10067 h 10067"/>
                <a:gd name="connsiteX12" fmla="*/ 39 w 10000"/>
                <a:gd name="connsiteY12" fmla="*/ 0 h 10067"/>
                <a:gd name="connsiteX13" fmla="*/ 5315 w 10000"/>
                <a:gd name="connsiteY13" fmla="*/ 0 h 10067"/>
                <a:gd name="connsiteX14" fmla="*/ 9519 w 10000"/>
                <a:gd name="connsiteY14" fmla="*/ 11 h 10067"/>
                <a:gd name="connsiteX0" fmla="*/ 9519 w 10000"/>
                <a:gd name="connsiteY0" fmla="*/ 11 h 10067"/>
                <a:gd name="connsiteX1" fmla="*/ 5294 w 10000"/>
                <a:gd name="connsiteY1" fmla="*/ 763 h 10067"/>
                <a:gd name="connsiteX2" fmla="*/ 4123 w 10000"/>
                <a:gd name="connsiteY2" fmla="*/ 1573 h 10067"/>
                <a:gd name="connsiteX3" fmla="*/ 4438 w 10000"/>
                <a:gd name="connsiteY3" fmla="*/ 2346 h 10067"/>
                <a:gd name="connsiteX4" fmla="*/ 4349 w 10000"/>
                <a:gd name="connsiteY4" fmla="*/ 3174 h 10067"/>
                <a:gd name="connsiteX5" fmla="*/ 4936 w 10000"/>
                <a:gd name="connsiteY5" fmla="*/ 4568 h 10067"/>
                <a:gd name="connsiteX6" fmla="*/ 8412 w 10000"/>
                <a:gd name="connsiteY6" fmla="*/ 4653 h 10067"/>
                <a:gd name="connsiteX7" fmla="*/ 10000 w 10000"/>
                <a:gd name="connsiteY7" fmla="*/ 6353 h 10067"/>
                <a:gd name="connsiteX8" fmla="*/ 7454 w 10000"/>
                <a:gd name="connsiteY8" fmla="*/ 7699 h 10067"/>
                <a:gd name="connsiteX9" fmla="*/ 6445 w 10000"/>
                <a:gd name="connsiteY9" fmla="*/ 8425 h 10067"/>
                <a:gd name="connsiteX10" fmla="*/ 4936 w 10000"/>
                <a:gd name="connsiteY10" fmla="*/ 10067 h 10067"/>
                <a:gd name="connsiteX11" fmla="*/ 0 w 10000"/>
                <a:gd name="connsiteY11" fmla="*/ 10067 h 10067"/>
                <a:gd name="connsiteX12" fmla="*/ 39 w 10000"/>
                <a:gd name="connsiteY12" fmla="*/ 0 h 10067"/>
                <a:gd name="connsiteX13" fmla="*/ 5315 w 10000"/>
                <a:gd name="connsiteY13" fmla="*/ 0 h 10067"/>
                <a:gd name="connsiteX14" fmla="*/ 9519 w 10000"/>
                <a:gd name="connsiteY14" fmla="*/ 11 h 10067"/>
                <a:gd name="connsiteX0" fmla="*/ 9519 w 10000"/>
                <a:gd name="connsiteY0" fmla="*/ 11 h 10067"/>
                <a:gd name="connsiteX1" fmla="*/ 5294 w 10000"/>
                <a:gd name="connsiteY1" fmla="*/ 763 h 10067"/>
                <a:gd name="connsiteX2" fmla="*/ 4123 w 10000"/>
                <a:gd name="connsiteY2" fmla="*/ 1573 h 10067"/>
                <a:gd name="connsiteX3" fmla="*/ 4438 w 10000"/>
                <a:gd name="connsiteY3" fmla="*/ 2346 h 10067"/>
                <a:gd name="connsiteX4" fmla="*/ 5079 w 10000"/>
                <a:gd name="connsiteY4" fmla="*/ 3174 h 10067"/>
                <a:gd name="connsiteX5" fmla="*/ 4936 w 10000"/>
                <a:gd name="connsiteY5" fmla="*/ 4568 h 10067"/>
                <a:gd name="connsiteX6" fmla="*/ 8412 w 10000"/>
                <a:gd name="connsiteY6" fmla="*/ 4653 h 10067"/>
                <a:gd name="connsiteX7" fmla="*/ 10000 w 10000"/>
                <a:gd name="connsiteY7" fmla="*/ 6353 h 10067"/>
                <a:gd name="connsiteX8" fmla="*/ 7454 w 10000"/>
                <a:gd name="connsiteY8" fmla="*/ 7699 h 10067"/>
                <a:gd name="connsiteX9" fmla="*/ 6445 w 10000"/>
                <a:gd name="connsiteY9" fmla="*/ 8425 h 10067"/>
                <a:gd name="connsiteX10" fmla="*/ 4936 w 10000"/>
                <a:gd name="connsiteY10" fmla="*/ 10067 h 10067"/>
                <a:gd name="connsiteX11" fmla="*/ 0 w 10000"/>
                <a:gd name="connsiteY11" fmla="*/ 10067 h 10067"/>
                <a:gd name="connsiteX12" fmla="*/ 39 w 10000"/>
                <a:gd name="connsiteY12" fmla="*/ 0 h 10067"/>
                <a:gd name="connsiteX13" fmla="*/ 5315 w 10000"/>
                <a:gd name="connsiteY13" fmla="*/ 0 h 10067"/>
                <a:gd name="connsiteX14" fmla="*/ 9519 w 10000"/>
                <a:gd name="connsiteY14" fmla="*/ 11 h 1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00" h="10067">
                  <a:moveTo>
                    <a:pt x="9519" y="11"/>
                  </a:moveTo>
                  <a:cubicBezTo>
                    <a:pt x="6737" y="306"/>
                    <a:pt x="6972" y="468"/>
                    <a:pt x="5294" y="763"/>
                  </a:cubicBezTo>
                  <a:lnTo>
                    <a:pt x="4123" y="1573"/>
                  </a:lnTo>
                  <a:lnTo>
                    <a:pt x="4438" y="2346"/>
                  </a:lnTo>
                  <a:cubicBezTo>
                    <a:pt x="4408" y="2622"/>
                    <a:pt x="5109" y="2898"/>
                    <a:pt x="5079" y="3174"/>
                  </a:cubicBezTo>
                  <a:cubicBezTo>
                    <a:pt x="5031" y="3639"/>
                    <a:pt x="4984" y="4103"/>
                    <a:pt x="4936" y="4568"/>
                  </a:cubicBezTo>
                  <a:lnTo>
                    <a:pt x="8412" y="4653"/>
                  </a:lnTo>
                  <a:lnTo>
                    <a:pt x="10000" y="6353"/>
                  </a:lnTo>
                  <a:lnTo>
                    <a:pt x="7454" y="7699"/>
                  </a:lnTo>
                  <a:lnTo>
                    <a:pt x="6445" y="8425"/>
                  </a:lnTo>
                  <a:lnTo>
                    <a:pt x="4936" y="10067"/>
                  </a:lnTo>
                  <a:lnTo>
                    <a:pt x="0" y="10067"/>
                  </a:lnTo>
                  <a:cubicBezTo>
                    <a:pt x="13" y="6711"/>
                    <a:pt x="26" y="3356"/>
                    <a:pt x="39" y="0"/>
                  </a:cubicBezTo>
                  <a:lnTo>
                    <a:pt x="5315" y="0"/>
                  </a:lnTo>
                  <a:lnTo>
                    <a:pt x="9519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200">
                <a:solidFill>
                  <a:srgbClr val="373737"/>
                </a:solidFill>
                <a:latin typeface="Gotham Light"/>
                <a:cs typeface="Gotham Light"/>
              </a:endParaRPr>
            </a:p>
          </p:txBody>
        </p:sp>
        <p:sp>
          <p:nvSpPr>
            <p:cNvPr id="19" name="Freeform 36"/>
            <p:cNvSpPr>
              <a:spLocks noEditPoints="1"/>
            </p:cNvSpPr>
            <p:nvPr/>
          </p:nvSpPr>
          <p:spPr bwMode="auto">
            <a:xfrm>
              <a:off x="870799" y="1041111"/>
              <a:ext cx="4414529" cy="6028256"/>
            </a:xfrm>
            <a:custGeom>
              <a:avLst/>
              <a:gdLst>
                <a:gd name="T0" fmla="*/ 913 w 1589"/>
                <a:gd name="T1" fmla="*/ 29 h 2169"/>
                <a:gd name="T2" fmla="*/ 126 w 1589"/>
                <a:gd name="T3" fmla="*/ 393 h 2169"/>
                <a:gd name="T4" fmla="*/ 89 w 1589"/>
                <a:gd name="T5" fmla="*/ 690 h 2169"/>
                <a:gd name="T6" fmla="*/ 103 w 1589"/>
                <a:gd name="T7" fmla="*/ 930 h 2169"/>
                <a:gd name="T8" fmla="*/ 20 w 1589"/>
                <a:gd name="T9" fmla="*/ 1132 h 2169"/>
                <a:gd name="T10" fmla="*/ 99 w 1589"/>
                <a:gd name="T11" fmla="*/ 1174 h 2169"/>
                <a:gd name="T12" fmla="*/ 69 w 1589"/>
                <a:gd name="T13" fmla="*/ 1255 h 2169"/>
                <a:gd name="T14" fmla="*/ 107 w 1589"/>
                <a:gd name="T15" fmla="*/ 1335 h 2169"/>
                <a:gd name="T16" fmla="*/ 90 w 1589"/>
                <a:gd name="T17" fmla="*/ 1427 h 2169"/>
                <a:gd name="T18" fmla="*/ 153 w 1589"/>
                <a:gd name="T19" fmla="*/ 1482 h 2169"/>
                <a:gd name="T20" fmla="*/ 229 w 1589"/>
                <a:gd name="T21" fmla="*/ 1642 h 2169"/>
                <a:gd name="T22" fmla="*/ 583 w 1589"/>
                <a:gd name="T23" fmla="*/ 1567 h 2169"/>
                <a:gd name="T24" fmla="*/ 675 w 1589"/>
                <a:gd name="T25" fmla="*/ 1816 h 2169"/>
                <a:gd name="T26" fmla="*/ 630 w 1589"/>
                <a:gd name="T27" fmla="*/ 2057 h 2169"/>
                <a:gd name="T28" fmla="*/ 696 w 1589"/>
                <a:gd name="T29" fmla="*/ 2163 h 2169"/>
                <a:gd name="T30" fmla="*/ 1299 w 1589"/>
                <a:gd name="T31" fmla="*/ 1653 h 2169"/>
                <a:gd name="T32" fmla="*/ 1589 w 1589"/>
                <a:gd name="T33" fmla="*/ 633 h 2169"/>
                <a:gd name="T34" fmla="*/ 1216 w 1589"/>
                <a:gd name="T35" fmla="*/ 1223 h 2169"/>
                <a:gd name="T36" fmla="*/ 1103 w 1589"/>
                <a:gd name="T37" fmla="*/ 1202 h 2169"/>
                <a:gd name="T38" fmla="*/ 1051 w 1589"/>
                <a:gd name="T39" fmla="*/ 1111 h 2169"/>
                <a:gd name="T40" fmla="*/ 975 w 1589"/>
                <a:gd name="T41" fmla="*/ 1004 h 2169"/>
                <a:gd name="T42" fmla="*/ 818 w 1589"/>
                <a:gd name="T43" fmla="*/ 995 h 2169"/>
                <a:gd name="T44" fmla="*/ 630 w 1589"/>
                <a:gd name="T45" fmla="*/ 887 h 2169"/>
                <a:gd name="T46" fmla="*/ 551 w 1589"/>
                <a:gd name="T47" fmla="*/ 808 h 2169"/>
                <a:gd name="T48" fmla="*/ 442 w 1589"/>
                <a:gd name="T49" fmla="*/ 755 h 2169"/>
                <a:gd name="T50" fmla="*/ 341 w 1589"/>
                <a:gd name="T51" fmla="*/ 708 h 2169"/>
                <a:gd name="T52" fmla="*/ 171 w 1589"/>
                <a:gd name="T53" fmla="*/ 590 h 2169"/>
                <a:gd name="T54" fmla="*/ 198 w 1589"/>
                <a:gd name="T55" fmla="*/ 482 h 2169"/>
                <a:gd name="T56" fmla="*/ 244 w 1589"/>
                <a:gd name="T57" fmla="*/ 409 h 2169"/>
                <a:gd name="T58" fmla="*/ 370 w 1589"/>
                <a:gd name="T59" fmla="*/ 283 h 2169"/>
                <a:gd name="T60" fmla="*/ 457 w 1589"/>
                <a:gd name="T61" fmla="*/ 211 h 2169"/>
                <a:gd name="T62" fmla="*/ 592 w 1589"/>
                <a:gd name="T63" fmla="*/ 147 h 2169"/>
                <a:gd name="T64" fmla="*/ 782 w 1589"/>
                <a:gd name="T65" fmla="*/ 96 h 2169"/>
                <a:gd name="T66" fmla="*/ 936 w 1589"/>
                <a:gd name="T67" fmla="*/ 87 h 2169"/>
                <a:gd name="T68" fmla="*/ 1105 w 1589"/>
                <a:gd name="T69" fmla="*/ 108 h 2169"/>
                <a:gd name="T70" fmla="*/ 1373 w 1589"/>
                <a:gd name="T71" fmla="*/ 309 h 2169"/>
                <a:gd name="T72" fmla="*/ 1523 w 1589"/>
                <a:gd name="T73" fmla="*/ 620 h 2169"/>
                <a:gd name="T74" fmla="*/ 1529 w 1589"/>
                <a:gd name="T75" fmla="*/ 754 h 2169"/>
                <a:gd name="T76" fmla="*/ 1439 w 1589"/>
                <a:gd name="T77" fmla="*/ 910 h 2169"/>
                <a:gd name="T78" fmla="*/ 1297 w 1589"/>
                <a:gd name="T79" fmla="*/ 1105 h 2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89" h="2169">
                  <a:moveTo>
                    <a:pt x="1589" y="633"/>
                  </a:moveTo>
                  <a:cubicBezTo>
                    <a:pt x="1589" y="257"/>
                    <a:pt x="1275" y="0"/>
                    <a:pt x="913" y="29"/>
                  </a:cubicBezTo>
                  <a:cubicBezTo>
                    <a:pt x="552" y="57"/>
                    <a:pt x="378" y="162"/>
                    <a:pt x="302" y="210"/>
                  </a:cubicBezTo>
                  <a:cubicBezTo>
                    <a:pt x="226" y="257"/>
                    <a:pt x="152" y="341"/>
                    <a:pt x="126" y="393"/>
                  </a:cubicBezTo>
                  <a:cubicBezTo>
                    <a:pt x="99" y="445"/>
                    <a:pt x="83" y="542"/>
                    <a:pt x="80" y="587"/>
                  </a:cubicBezTo>
                  <a:cubicBezTo>
                    <a:pt x="77" y="632"/>
                    <a:pt x="82" y="660"/>
                    <a:pt x="89" y="690"/>
                  </a:cubicBezTo>
                  <a:cubicBezTo>
                    <a:pt x="96" y="720"/>
                    <a:pt x="126" y="769"/>
                    <a:pt x="135" y="806"/>
                  </a:cubicBezTo>
                  <a:cubicBezTo>
                    <a:pt x="143" y="842"/>
                    <a:pt x="120" y="904"/>
                    <a:pt x="103" y="930"/>
                  </a:cubicBezTo>
                  <a:cubicBezTo>
                    <a:pt x="87" y="955"/>
                    <a:pt x="29" y="1039"/>
                    <a:pt x="15" y="1060"/>
                  </a:cubicBezTo>
                  <a:cubicBezTo>
                    <a:pt x="0" y="1081"/>
                    <a:pt x="10" y="1109"/>
                    <a:pt x="20" y="1132"/>
                  </a:cubicBezTo>
                  <a:cubicBezTo>
                    <a:pt x="30" y="1156"/>
                    <a:pt x="67" y="1165"/>
                    <a:pt x="75" y="1168"/>
                  </a:cubicBezTo>
                  <a:cubicBezTo>
                    <a:pt x="83" y="1171"/>
                    <a:pt x="96" y="1171"/>
                    <a:pt x="99" y="1174"/>
                  </a:cubicBezTo>
                  <a:cubicBezTo>
                    <a:pt x="101" y="1177"/>
                    <a:pt x="97" y="1202"/>
                    <a:pt x="92" y="1217"/>
                  </a:cubicBezTo>
                  <a:cubicBezTo>
                    <a:pt x="88" y="1231"/>
                    <a:pt x="74" y="1247"/>
                    <a:pt x="69" y="1255"/>
                  </a:cubicBezTo>
                  <a:cubicBezTo>
                    <a:pt x="64" y="1264"/>
                    <a:pt x="72" y="1292"/>
                    <a:pt x="80" y="1309"/>
                  </a:cubicBezTo>
                  <a:cubicBezTo>
                    <a:pt x="87" y="1326"/>
                    <a:pt x="107" y="1335"/>
                    <a:pt x="107" y="1335"/>
                  </a:cubicBezTo>
                  <a:cubicBezTo>
                    <a:pt x="107" y="1335"/>
                    <a:pt x="79" y="1358"/>
                    <a:pt x="80" y="1384"/>
                  </a:cubicBezTo>
                  <a:cubicBezTo>
                    <a:pt x="80" y="1410"/>
                    <a:pt x="84" y="1423"/>
                    <a:pt x="90" y="1427"/>
                  </a:cubicBezTo>
                  <a:cubicBezTo>
                    <a:pt x="95" y="1431"/>
                    <a:pt x="127" y="1439"/>
                    <a:pt x="135" y="1451"/>
                  </a:cubicBezTo>
                  <a:cubicBezTo>
                    <a:pt x="143" y="1462"/>
                    <a:pt x="151" y="1473"/>
                    <a:pt x="153" y="1482"/>
                  </a:cubicBezTo>
                  <a:cubicBezTo>
                    <a:pt x="154" y="1488"/>
                    <a:pt x="150" y="1502"/>
                    <a:pt x="149" y="1511"/>
                  </a:cubicBezTo>
                  <a:cubicBezTo>
                    <a:pt x="145" y="1553"/>
                    <a:pt x="162" y="1638"/>
                    <a:pt x="229" y="1642"/>
                  </a:cubicBezTo>
                  <a:cubicBezTo>
                    <a:pt x="282" y="1645"/>
                    <a:pt x="365" y="1614"/>
                    <a:pt x="396" y="1607"/>
                  </a:cubicBezTo>
                  <a:cubicBezTo>
                    <a:pt x="426" y="1601"/>
                    <a:pt x="559" y="1551"/>
                    <a:pt x="583" y="1567"/>
                  </a:cubicBezTo>
                  <a:cubicBezTo>
                    <a:pt x="608" y="1584"/>
                    <a:pt x="612" y="1609"/>
                    <a:pt x="619" y="1632"/>
                  </a:cubicBezTo>
                  <a:cubicBezTo>
                    <a:pt x="627" y="1656"/>
                    <a:pt x="665" y="1773"/>
                    <a:pt x="675" y="1816"/>
                  </a:cubicBezTo>
                  <a:cubicBezTo>
                    <a:pt x="685" y="1858"/>
                    <a:pt x="708" y="1934"/>
                    <a:pt x="714" y="1957"/>
                  </a:cubicBezTo>
                  <a:cubicBezTo>
                    <a:pt x="675" y="1967"/>
                    <a:pt x="635" y="2046"/>
                    <a:pt x="630" y="2057"/>
                  </a:cubicBezTo>
                  <a:cubicBezTo>
                    <a:pt x="609" y="2163"/>
                    <a:pt x="609" y="2163"/>
                    <a:pt x="609" y="2163"/>
                  </a:cubicBezTo>
                  <a:cubicBezTo>
                    <a:pt x="609" y="2163"/>
                    <a:pt x="697" y="2169"/>
                    <a:pt x="696" y="2163"/>
                  </a:cubicBezTo>
                  <a:cubicBezTo>
                    <a:pt x="695" y="2158"/>
                    <a:pt x="1263" y="1721"/>
                    <a:pt x="1263" y="1721"/>
                  </a:cubicBezTo>
                  <a:cubicBezTo>
                    <a:pt x="1299" y="1653"/>
                    <a:pt x="1299" y="1653"/>
                    <a:pt x="1299" y="1653"/>
                  </a:cubicBezTo>
                  <a:cubicBezTo>
                    <a:pt x="1219" y="1406"/>
                    <a:pt x="1279" y="1307"/>
                    <a:pt x="1355" y="1193"/>
                  </a:cubicBezTo>
                  <a:cubicBezTo>
                    <a:pt x="1426" y="1087"/>
                    <a:pt x="1589" y="1008"/>
                    <a:pt x="1589" y="633"/>
                  </a:cubicBezTo>
                  <a:close/>
                  <a:moveTo>
                    <a:pt x="1297" y="1119"/>
                  </a:moveTo>
                  <a:cubicBezTo>
                    <a:pt x="1297" y="1169"/>
                    <a:pt x="1263" y="1211"/>
                    <a:pt x="1216" y="1223"/>
                  </a:cubicBezTo>
                  <a:cubicBezTo>
                    <a:pt x="1208" y="1245"/>
                    <a:pt x="1187" y="1261"/>
                    <a:pt x="1162" y="1261"/>
                  </a:cubicBezTo>
                  <a:cubicBezTo>
                    <a:pt x="1129" y="1261"/>
                    <a:pt x="1103" y="1234"/>
                    <a:pt x="1103" y="1202"/>
                  </a:cubicBezTo>
                  <a:cubicBezTo>
                    <a:pt x="1103" y="1197"/>
                    <a:pt x="1104" y="1191"/>
                    <a:pt x="1106" y="1186"/>
                  </a:cubicBezTo>
                  <a:cubicBezTo>
                    <a:pt x="1074" y="1176"/>
                    <a:pt x="1051" y="1146"/>
                    <a:pt x="1051" y="1111"/>
                  </a:cubicBezTo>
                  <a:cubicBezTo>
                    <a:pt x="1051" y="1107"/>
                    <a:pt x="1052" y="1103"/>
                    <a:pt x="1052" y="1099"/>
                  </a:cubicBezTo>
                  <a:cubicBezTo>
                    <a:pt x="1010" y="1087"/>
                    <a:pt x="978" y="1050"/>
                    <a:pt x="975" y="1004"/>
                  </a:cubicBezTo>
                  <a:cubicBezTo>
                    <a:pt x="946" y="1001"/>
                    <a:pt x="920" y="993"/>
                    <a:pt x="895" y="981"/>
                  </a:cubicBezTo>
                  <a:cubicBezTo>
                    <a:pt x="871" y="990"/>
                    <a:pt x="845" y="995"/>
                    <a:pt x="818" y="995"/>
                  </a:cubicBezTo>
                  <a:cubicBezTo>
                    <a:pt x="738" y="995"/>
                    <a:pt x="668" y="952"/>
                    <a:pt x="631" y="887"/>
                  </a:cubicBezTo>
                  <a:cubicBezTo>
                    <a:pt x="631" y="887"/>
                    <a:pt x="630" y="887"/>
                    <a:pt x="630" y="887"/>
                  </a:cubicBezTo>
                  <a:cubicBezTo>
                    <a:pt x="586" y="887"/>
                    <a:pt x="551" y="852"/>
                    <a:pt x="551" y="809"/>
                  </a:cubicBezTo>
                  <a:cubicBezTo>
                    <a:pt x="551" y="809"/>
                    <a:pt x="551" y="809"/>
                    <a:pt x="551" y="808"/>
                  </a:cubicBezTo>
                  <a:cubicBezTo>
                    <a:pt x="549" y="809"/>
                    <a:pt x="547" y="809"/>
                    <a:pt x="545" y="809"/>
                  </a:cubicBezTo>
                  <a:cubicBezTo>
                    <a:pt x="502" y="809"/>
                    <a:pt x="465" y="787"/>
                    <a:pt x="442" y="755"/>
                  </a:cubicBezTo>
                  <a:cubicBezTo>
                    <a:pt x="433" y="758"/>
                    <a:pt x="424" y="760"/>
                    <a:pt x="414" y="760"/>
                  </a:cubicBezTo>
                  <a:cubicBezTo>
                    <a:pt x="380" y="760"/>
                    <a:pt x="352" y="738"/>
                    <a:pt x="341" y="708"/>
                  </a:cubicBezTo>
                  <a:cubicBezTo>
                    <a:pt x="327" y="713"/>
                    <a:pt x="312" y="716"/>
                    <a:pt x="297" y="716"/>
                  </a:cubicBezTo>
                  <a:cubicBezTo>
                    <a:pt x="227" y="716"/>
                    <a:pt x="171" y="660"/>
                    <a:pt x="171" y="590"/>
                  </a:cubicBezTo>
                  <a:cubicBezTo>
                    <a:pt x="171" y="559"/>
                    <a:pt x="183" y="530"/>
                    <a:pt x="202" y="508"/>
                  </a:cubicBezTo>
                  <a:cubicBezTo>
                    <a:pt x="199" y="500"/>
                    <a:pt x="198" y="491"/>
                    <a:pt x="198" y="482"/>
                  </a:cubicBezTo>
                  <a:cubicBezTo>
                    <a:pt x="198" y="450"/>
                    <a:pt x="217" y="422"/>
                    <a:pt x="244" y="410"/>
                  </a:cubicBezTo>
                  <a:cubicBezTo>
                    <a:pt x="244" y="410"/>
                    <a:pt x="244" y="409"/>
                    <a:pt x="244" y="409"/>
                  </a:cubicBezTo>
                  <a:cubicBezTo>
                    <a:pt x="244" y="340"/>
                    <a:pt x="300" y="283"/>
                    <a:pt x="370" y="283"/>
                  </a:cubicBezTo>
                  <a:cubicBezTo>
                    <a:pt x="370" y="283"/>
                    <a:pt x="370" y="283"/>
                    <a:pt x="370" y="283"/>
                  </a:cubicBezTo>
                  <a:cubicBezTo>
                    <a:pt x="370" y="282"/>
                    <a:pt x="370" y="281"/>
                    <a:pt x="370" y="280"/>
                  </a:cubicBezTo>
                  <a:cubicBezTo>
                    <a:pt x="370" y="236"/>
                    <a:pt x="414" y="211"/>
                    <a:pt x="457" y="211"/>
                  </a:cubicBezTo>
                  <a:cubicBezTo>
                    <a:pt x="470" y="211"/>
                    <a:pt x="481" y="214"/>
                    <a:pt x="492" y="219"/>
                  </a:cubicBezTo>
                  <a:cubicBezTo>
                    <a:pt x="514" y="181"/>
                    <a:pt x="545" y="147"/>
                    <a:pt x="592" y="147"/>
                  </a:cubicBezTo>
                  <a:cubicBezTo>
                    <a:pt x="609" y="147"/>
                    <a:pt x="626" y="151"/>
                    <a:pt x="641" y="157"/>
                  </a:cubicBezTo>
                  <a:cubicBezTo>
                    <a:pt x="679" y="125"/>
                    <a:pt x="728" y="96"/>
                    <a:pt x="782" y="96"/>
                  </a:cubicBezTo>
                  <a:cubicBezTo>
                    <a:pt x="817" y="96"/>
                    <a:pt x="841" y="99"/>
                    <a:pt x="871" y="114"/>
                  </a:cubicBezTo>
                  <a:cubicBezTo>
                    <a:pt x="888" y="105"/>
                    <a:pt x="916" y="87"/>
                    <a:pt x="936" y="87"/>
                  </a:cubicBezTo>
                  <a:cubicBezTo>
                    <a:pt x="980" y="87"/>
                    <a:pt x="1011" y="86"/>
                    <a:pt x="1033" y="120"/>
                  </a:cubicBezTo>
                  <a:cubicBezTo>
                    <a:pt x="1046" y="111"/>
                    <a:pt x="1088" y="108"/>
                    <a:pt x="1105" y="108"/>
                  </a:cubicBezTo>
                  <a:cubicBezTo>
                    <a:pt x="1139" y="108"/>
                    <a:pt x="1188" y="156"/>
                    <a:pt x="1199" y="186"/>
                  </a:cubicBezTo>
                  <a:cubicBezTo>
                    <a:pt x="1279" y="152"/>
                    <a:pt x="1357" y="225"/>
                    <a:pt x="1373" y="309"/>
                  </a:cubicBezTo>
                  <a:cubicBezTo>
                    <a:pt x="1432" y="305"/>
                    <a:pt x="1485" y="391"/>
                    <a:pt x="1462" y="442"/>
                  </a:cubicBezTo>
                  <a:cubicBezTo>
                    <a:pt x="1513" y="483"/>
                    <a:pt x="1523" y="549"/>
                    <a:pt x="1523" y="620"/>
                  </a:cubicBezTo>
                  <a:cubicBezTo>
                    <a:pt x="1523" y="645"/>
                    <a:pt x="1519" y="669"/>
                    <a:pt x="1512" y="692"/>
                  </a:cubicBezTo>
                  <a:cubicBezTo>
                    <a:pt x="1522" y="710"/>
                    <a:pt x="1529" y="731"/>
                    <a:pt x="1529" y="754"/>
                  </a:cubicBezTo>
                  <a:cubicBezTo>
                    <a:pt x="1529" y="814"/>
                    <a:pt x="1487" y="864"/>
                    <a:pt x="1432" y="877"/>
                  </a:cubicBezTo>
                  <a:cubicBezTo>
                    <a:pt x="1437" y="887"/>
                    <a:pt x="1439" y="898"/>
                    <a:pt x="1439" y="910"/>
                  </a:cubicBezTo>
                  <a:cubicBezTo>
                    <a:pt x="1439" y="946"/>
                    <a:pt x="1415" y="976"/>
                    <a:pt x="1383" y="985"/>
                  </a:cubicBezTo>
                  <a:cubicBezTo>
                    <a:pt x="1381" y="1040"/>
                    <a:pt x="1346" y="1087"/>
                    <a:pt x="1297" y="1105"/>
                  </a:cubicBezTo>
                  <a:cubicBezTo>
                    <a:pt x="1297" y="1110"/>
                    <a:pt x="1297" y="1114"/>
                    <a:pt x="1297" y="111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3200">
                <a:ln>
                  <a:solidFill>
                    <a:schemeClr val="accent2"/>
                  </a:solidFill>
                </a:ln>
                <a:solidFill>
                  <a:srgbClr val="373737"/>
                </a:solidFill>
                <a:latin typeface="Gotham Light"/>
                <a:cs typeface="Gotham Light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585216" y="594360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我们的服务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150291" y="1969676"/>
            <a:ext cx="85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策略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4158661" y="2496507"/>
            <a:ext cx="85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内容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4168569" y="3002838"/>
            <a:ext cx="85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社群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6799413" y="1913914"/>
            <a:ext cx="2801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传播策略咨询、项目管理；</a:t>
            </a:r>
            <a:endParaRPr lang="en-US" altLang="zh-CN" dirty="0" smtClean="0"/>
          </a:p>
          <a:p>
            <a:r>
              <a:rPr lang="zh-CN" altLang="en-US" dirty="0"/>
              <a:t>线</a:t>
            </a:r>
            <a:r>
              <a:rPr lang="zh-CN" altLang="en-US" dirty="0" smtClean="0"/>
              <a:t>上</a:t>
            </a:r>
            <a:r>
              <a:rPr lang="en-US" altLang="zh-CN" dirty="0" smtClean="0"/>
              <a:t>/</a:t>
            </a:r>
            <a:r>
              <a:rPr lang="zh-CN" altLang="en-US" dirty="0" smtClean="0"/>
              <a:t>线下传播活动策划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6824022" y="2732148"/>
            <a:ext cx="2801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社交媒体账号运营，多媒体内容策划及制作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5116729" y="3725602"/>
            <a:ext cx="85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调研</a:t>
            </a:r>
          </a:p>
        </p:txBody>
      </p:sp>
      <p:sp>
        <p:nvSpPr>
          <p:cNvPr id="28" name="矩形 27"/>
          <p:cNvSpPr/>
          <p:nvPr/>
        </p:nvSpPr>
        <p:spPr>
          <a:xfrm>
            <a:off x="6795864" y="3631400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0" i="0" dirty="0" smtClean="0">
                <a:solidFill>
                  <a:srgbClr val="333333"/>
                </a:solidFill>
                <a:effectLst/>
                <a:latin typeface="-apple-system"/>
              </a:rPr>
              <a:t>粉丝社群搭建与管理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6824022" y="444252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0" i="0" dirty="0" smtClean="0">
                <a:solidFill>
                  <a:srgbClr val="333333"/>
                </a:solidFill>
                <a:effectLst/>
                <a:latin typeface="-apple-system"/>
              </a:rPr>
              <a:t>利益相关方调研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534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585216" y="594360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我们的服务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369829605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0" name="组合 29"/>
          <p:cNvGrpSpPr/>
          <p:nvPr/>
        </p:nvGrpSpPr>
        <p:grpSpPr>
          <a:xfrm>
            <a:off x="2789943" y="2424685"/>
            <a:ext cx="1747506" cy="2008628"/>
            <a:chOff x="4577405" y="1705019"/>
            <a:chExt cx="1747506" cy="2008628"/>
          </a:xfrm>
          <a:solidFill>
            <a:srgbClr val="FFC000"/>
          </a:solidFill>
        </p:grpSpPr>
        <p:sp>
          <p:nvSpPr>
            <p:cNvPr id="31" name="六边形 30"/>
            <p:cNvSpPr/>
            <p:nvPr/>
          </p:nvSpPr>
          <p:spPr>
            <a:xfrm rot="5400000">
              <a:off x="4446844" y="1835580"/>
              <a:ext cx="2008628" cy="1747506"/>
            </a:xfrm>
            <a:prstGeom prst="hexagon">
              <a:avLst>
                <a:gd name="adj" fmla="val 2500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六边形 4"/>
            <p:cNvSpPr/>
            <p:nvPr/>
          </p:nvSpPr>
          <p:spPr>
            <a:xfrm>
              <a:off x="4849725" y="2018030"/>
              <a:ext cx="1202866" cy="138260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3600" kern="1200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979119" y="1186357"/>
            <a:ext cx="1283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多媒体内容策划及制作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25640" y="3037936"/>
            <a:ext cx="1106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传播项目管理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999952" y="1340246"/>
            <a:ext cx="1294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社交媒体账号运营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921530" y="3075056"/>
            <a:ext cx="14843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粉丝社群搭建与管理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999952" y="4809866"/>
            <a:ext cx="1294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利益相关方调研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149550" y="3075056"/>
            <a:ext cx="1155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传播策略咨询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850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585216" y="594360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我们的服务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404" y="3402206"/>
            <a:ext cx="3044855" cy="32546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464" y="1357522"/>
            <a:ext cx="2775566" cy="27755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571" y="3402206"/>
            <a:ext cx="2962018" cy="29620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58" y="1189997"/>
            <a:ext cx="2542026" cy="28699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342" y="1189997"/>
            <a:ext cx="3091970" cy="3128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7349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85216" y="594360"/>
            <a:ext cx="264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</a:rPr>
              <a:t>案例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783" y="594360"/>
            <a:ext cx="5149977" cy="35276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90672" y="992230"/>
            <a:ext cx="3438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社交媒体账号运营</a:t>
            </a:r>
            <a:endParaRPr lang="zh-CN" altLang="en-US" sz="24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27248" y="1482433"/>
            <a:ext cx="3438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accent2"/>
                </a:solidFill>
              </a:rPr>
              <a:t>比尔</a:t>
            </a:r>
            <a:r>
              <a:rPr lang="en-US" altLang="zh-CN" sz="2000" b="1" dirty="0" smtClean="0">
                <a:solidFill>
                  <a:schemeClr val="accent2"/>
                </a:solidFill>
              </a:rPr>
              <a:t>·</a:t>
            </a:r>
            <a:r>
              <a:rPr lang="zh-CN" altLang="en-US" sz="2000" b="1" dirty="0" smtClean="0">
                <a:solidFill>
                  <a:schemeClr val="accent2"/>
                </a:solidFill>
              </a:rPr>
              <a:t>盖茨</a:t>
            </a:r>
            <a:endParaRPr lang="zh-CN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16936" y="4498848"/>
            <a:ext cx="25018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The Challenge </a:t>
            </a:r>
            <a:r>
              <a:rPr lang="zh-CN" altLang="en-US" dirty="0" smtClean="0"/>
              <a:t>面临挑战</a:t>
            </a:r>
            <a:endParaRPr lang="en-US" altLang="zh-CN" dirty="0" smtClean="0"/>
          </a:p>
          <a:p>
            <a:r>
              <a:rPr lang="en-US" altLang="zh-CN" dirty="0" smtClean="0"/>
              <a:t>*****</a:t>
            </a:r>
          </a:p>
          <a:p>
            <a:r>
              <a:rPr lang="en-US" altLang="zh-CN" dirty="0" smtClean="0"/>
              <a:t>The Approach </a:t>
            </a:r>
            <a:r>
              <a:rPr lang="zh-CN" altLang="en-US" dirty="0" smtClean="0"/>
              <a:t>解决方案</a:t>
            </a:r>
            <a:endParaRPr lang="en-US" altLang="zh-CN" dirty="0" smtClean="0"/>
          </a:p>
          <a:p>
            <a:r>
              <a:rPr lang="en-US" altLang="zh-CN" dirty="0" smtClean="0"/>
              <a:t>*****</a:t>
            </a:r>
          </a:p>
          <a:p>
            <a:r>
              <a:rPr lang="en-US" altLang="zh-CN" dirty="0" smtClean="0"/>
              <a:t>The Impact </a:t>
            </a:r>
            <a:r>
              <a:rPr lang="zh-CN" altLang="en-US" dirty="0" smtClean="0"/>
              <a:t>效果评估</a:t>
            </a:r>
            <a:endParaRPr lang="en-US" altLang="zh-CN" dirty="0" smtClean="0"/>
          </a:p>
          <a:p>
            <a:r>
              <a:rPr lang="en-US" altLang="zh-CN" dirty="0" smtClean="0"/>
              <a:t>*****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127248" y="3074465"/>
            <a:ext cx="3867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*******************************************************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19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196</Words>
  <Application>Microsoft Office PowerPoint</Application>
  <PresentationFormat>宽屏</PresentationFormat>
  <Paragraphs>39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-apple-system</vt:lpstr>
      <vt:lpstr>Gotham Light</vt:lpstr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31</cp:revision>
  <dcterms:created xsi:type="dcterms:W3CDTF">2017-05-18T04:03:49Z</dcterms:created>
  <dcterms:modified xsi:type="dcterms:W3CDTF">2017-05-18T09:43:31Z</dcterms:modified>
</cp:coreProperties>
</file>