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7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88238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3165980" y="1104900"/>
            <a:ext cx="9525001" cy="11506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651000" y="1104900"/>
            <a:ext cx="10223500" cy="56134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1651000" y="6845300"/>
            <a:ext cx="10223500" cy="5765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3169900" y="3238500"/>
            <a:ext cx="9525000" cy="920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1689100" y="3238500"/>
            <a:ext cx="10007600" cy="92075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4500"/>
            </a:lvl1pPr>
            <a:lvl2pPr marL="1117600" indent="-558800">
              <a:spcBef>
                <a:spcPts val="4500"/>
              </a:spcBef>
              <a:defRPr sz="4500"/>
            </a:lvl2pPr>
            <a:lvl3pPr marL="1676400" indent="-558800">
              <a:spcBef>
                <a:spcPts val="4500"/>
              </a:spcBef>
              <a:defRPr sz="4500"/>
            </a:lvl3pPr>
            <a:lvl4pPr marL="2235200" indent="-558800">
              <a:spcBef>
                <a:spcPts val="4500"/>
              </a:spcBef>
              <a:defRPr sz="4500"/>
            </a:lvl4pPr>
            <a:lvl5pPr marL="2794000" indent="-558800">
              <a:spcBef>
                <a:spcPts val="4500"/>
              </a:spcBef>
              <a:defRPr sz="4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473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685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2387600" y="5975349"/>
            <a:ext cx="19621500" cy="1028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“在此键入引文。”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9525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238500"/>
            <a:ext cx="21005800" cy="920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0" y="2182414"/>
            <a:ext cx="10310416" cy="3496470"/>
          </a:xfrm>
          <a:prstGeom prst="rect">
            <a:avLst/>
          </a:prstGeom>
          <a:solidFill>
            <a:srgbClr val="E33B1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1295400" y="11061700"/>
            <a:ext cx="36068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3585F"/>
                </a:solidFill>
              </a:defRPr>
            </a:lvl1pPr>
          </a:lstStyle>
          <a:p>
            <a:r>
              <a:t>ppt详细名称</a:t>
            </a:r>
          </a:p>
        </p:txBody>
      </p:sp>
      <p:sp>
        <p:nvSpPr>
          <p:cNvPr id="121" name="Shape 121"/>
          <p:cNvSpPr/>
          <p:nvPr/>
        </p:nvSpPr>
        <p:spPr>
          <a:xfrm>
            <a:off x="1219200" y="12217400"/>
            <a:ext cx="21539200" cy="0"/>
          </a:xfrm>
          <a:prstGeom prst="line">
            <a:avLst/>
          </a:prstGeom>
          <a:ln w="25400">
            <a:solidFill>
              <a:srgbClr val="737373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pic>
        <p:nvPicPr>
          <p:cNvPr id="12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68573" y="3157787"/>
            <a:ext cx="5467911" cy="1507626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hape 123"/>
          <p:cNvSpPr/>
          <p:nvPr/>
        </p:nvSpPr>
        <p:spPr>
          <a:xfrm>
            <a:off x="20110450" y="2565399"/>
            <a:ext cx="2959101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53585F"/>
                </a:solidFill>
              </a:defRPr>
            </a:lvl1pPr>
          </a:lstStyle>
          <a:p>
            <a:r>
              <a:t>ppt标题</a:t>
            </a:r>
          </a:p>
        </p:txBody>
      </p:sp>
      <p:sp>
        <p:nvSpPr>
          <p:cNvPr id="124" name="Shape 124"/>
          <p:cNvSpPr/>
          <p:nvPr/>
        </p:nvSpPr>
        <p:spPr>
          <a:xfrm>
            <a:off x="20081874" y="3930649"/>
            <a:ext cx="291465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53585F"/>
                </a:solidFill>
              </a:defRPr>
            </a:lvl1pPr>
          </a:lstStyle>
          <a:p>
            <a:r>
              <a:t>ppt副标题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-77738" y="12746726"/>
            <a:ext cx="24539476" cy="1015709"/>
          </a:xfrm>
          <a:prstGeom prst="rect">
            <a:avLst/>
          </a:prstGeom>
          <a:solidFill>
            <a:srgbClr val="E33B1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pic>
        <p:nvPicPr>
          <p:cNvPr id="12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775337" y="713352"/>
            <a:ext cx="3930435" cy="1059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-153938" y="-173435"/>
            <a:ext cx="24574798" cy="6393360"/>
          </a:xfrm>
          <a:prstGeom prst="rect">
            <a:avLst/>
          </a:prstGeom>
          <a:solidFill>
            <a:srgbClr val="E33B1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pic>
        <p:nvPicPr>
          <p:cNvPr id="130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84572" y="12173298"/>
            <a:ext cx="3455091" cy="9313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/>
        </p:nvSpPr>
        <p:spPr>
          <a:xfrm>
            <a:off x="-230138" y="8206060"/>
            <a:ext cx="25023168" cy="5724228"/>
          </a:xfrm>
          <a:prstGeom prst="rect">
            <a:avLst/>
          </a:prstGeom>
          <a:solidFill>
            <a:srgbClr val="E33B1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sp>
        <p:nvSpPr>
          <p:cNvPr id="133" name="Shape 133"/>
          <p:cNvSpPr/>
          <p:nvPr/>
        </p:nvSpPr>
        <p:spPr>
          <a:xfrm>
            <a:off x="-4249073" y="12795250"/>
            <a:ext cx="32526546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t>北京市东城区安定门东大街雍合大厦E座302  100010 Beijing Dongcheng District Andingmen East Street building E block 302</a:t>
            </a:r>
          </a:p>
        </p:txBody>
      </p:sp>
      <p:pic>
        <p:nvPicPr>
          <p:cNvPr id="13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35937" y="6326752"/>
            <a:ext cx="5356527" cy="14438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自定义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Helvetica Light</vt:lpstr>
      <vt:lpstr>Helvetica Neue</vt:lpstr>
      <vt:lpstr>Helvetica</vt:lpstr>
      <vt:lpstr>White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Rachel K</cp:lastModifiedBy>
  <cp:revision>1</cp:revision>
  <dcterms:modified xsi:type="dcterms:W3CDTF">2017-03-06T09:28:12Z</dcterms:modified>
</cp:coreProperties>
</file>